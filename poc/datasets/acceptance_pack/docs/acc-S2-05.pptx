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문서번호: acc-S2-05    보안등급: [2급대외비](S2)    법적근거: N/A</a:t>
            </a:r>
          </a:p>
          <a:p>
            <a:r>
              <a:t>[2급대외비] public 인수검증 표본 #05</a:t>
            </a:r>
          </a:p>
          <a:p>
            <a:r>
              <a:t>Weekly market and ETF exposure note Weekly internal market note with ETF exposure, OECD demand signal, LNG price movement, and internal portfolio response draft.</a:t>
            </a:r>
          </a:p>
          <a:p>
            <a:r>
              <a:t>※ 본 문서는 [2급대외비](S2)으로 분류됨. 승인된 자 외 열람·유출 금지.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문서번호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acc-S2-05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개정판번호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503655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대상연도금액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503792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핵심수치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1510976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