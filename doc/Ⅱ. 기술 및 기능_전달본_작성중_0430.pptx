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notesMasterIdLst>
    <p:notesMasterId r:id="rId6"/>
  </p:notesMasterIdLst>
  <p:handoutMasterIdLst>
    <p:handoutMasterId r:id="rId7"/>
  </p:handoutMasterIdLst>
  <p:sldIdLst>
    <p:sldId id="1949" r:id="rId2"/>
    <p:sldId id="1950" r:id="rId3"/>
    <p:sldId id="1951" r:id="rId4"/>
    <p:sldId id="1952" r:id="rId5"/>
  </p:sldIdLst>
  <p:sldSz cx="7775575" cy="10907713"/>
  <p:notesSz cx="6889750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50935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1018715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528074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2037429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546788" algn="l" defTabSz="1018715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3056144" algn="l" defTabSz="1018715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565504" algn="l" defTabSz="1018715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4074862" algn="l" defTabSz="1018715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기능 요구사항" id="{7CD787F4-9489-40DF-ADDC-77B962DD2CDC}">
          <p14:sldIdLst>
            <p14:sldId id="1949"/>
            <p14:sldId id="1950"/>
            <p14:sldId id="1951"/>
            <p14:sldId id="1952"/>
          </p14:sldIdLst>
        </p14:section>
        <p14:section name="2. 보안 요구사항" id="{67944757-D307-42FF-9477-366F650CF241}">
          <p14:sldIdLst/>
        </p14:section>
        <p14:section name="3. 데이터 요구사항" id="{5B9E5321-0E08-42F9-A75E-8D9044A8B4B9}">
          <p14:sldIdLst/>
        </p14:section>
        <p14:section name="4. 시스템 운영 요구사항" id="{A098C35D-B669-4E62-927A-1FB67E317AD5}">
          <p14:sldIdLst/>
        </p14:section>
        <p14:section name="5. 제약사항" id="{11F58062-3961-4396-B73C-5010820D2DC7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03" userDrawn="1">
          <p15:clr>
            <a:srgbClr val="A4A3A4"/>
          </p15:clr>
        </p15:guide>
        <p15:guide id="2" pos="2186" userDrawn="1">
          <p15:clr>
            <a:srgbClr val="A4A3A4"/>
          </p15:clr>
        </p15:guide>
        <p15:guide id="3" orient="horz" pos="3156" userDrawn="1">
          <p15:clr>
            <a:srgbClr val="A4A3A4"/>
          </p15:clr>
        </p15:guide>
        <p15:guide id="4" pos="217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8181"/>
    <a:srgbClr val="E5D7C5"/>
    <a:srgbClr val="FFFFFF"/>
    <a:srgbClr val="24425C"/>
    <a:srgbClr val="0E5792"/>
    <a:srgbClr val="ABB9C9"/>
    <a:srgbClr val="F2F2F2"/>
    <a:srgbClr val="DCDCDC"/>
    <a:srgbClr val="F6E9D2"/>
    <a:srgbClr val="B8C4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어두운 스타일 1 - 강조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7678" autoAdjust="0"/>
  </p:normalViewPr>
  <p:slideViewPr>
    <p:cSldViewPr>
      <p:cViewPr varScale="1">
        <p:scale>
          <a:sx n="70" d="100"/>
          <a:sy n="70" d="100"/>
        </p:scale>
        <p:origin x="1164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92" d="100"/>
        <a:sy n="92" d="100"/>
      </p:scale>
      <p:origin x="0" y="-11028"/>
    </p:cViewPr>
  </p:sorterViewPr>
  <p:notesViewPr>
    <p:cSldViewPr>
      <p:cViewPr varScale="1">
        <p:scale>
          <a:sx n="77" d="100"/>
          <a:sy n="77" d="100"/>
        </p:scale>
        <p:origin x="4062" y="96"/>
      </p:cViewPr>
      <p:guideLst>
        <p:guide orient="horz" pos="2903"/>
        <p:guide pos="2186"/>
        <p:guide orient="horz" pos="3156"/>
        <p:guide pos="217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2985559" cy="500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0" tIns="46149" rIns="92300" bIns="4614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2599" y="2"/>
            <a:ext cx="2985559" cy="500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0" tIns="46149" rIns="92300" bIns="4614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ko-K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516041"/>
            <a:ext cx="2985559" cy="500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0" tIns="46149" rIns="92300" bIns="4614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2599" y="9516041"/>
            <a:ext cx="2985559" cy="500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0" tIns="46149" rIns="92300" bIns="4614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A19951D-E2B1-4619-82E9-965313E100B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760967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2985559" cy="500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0" tIns="46149" rIns="92300" bIns="4614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2599" y="2"/>
            <a:ext cx="2985559" cy="500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0" tIns="46149" rIns="92300" bIns="4614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ko-KR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06613" y="752475"/>
            <a:ext cx="2676525" cy="37544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975" y="4758890"/>
            <a:ext cx="5511800" cy="4508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0" tIns="46149" rIns="92300" bIns="461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1"/>
            <a:ext cx="2985559" cy="500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0" tIns="46149" rIns="92300" bIns="4614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2599" y="9516041"/>
            <a:ext cx="2985559" cy="500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0" tIns="46149" rIns="92300" bIns="4614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26986C2-FD0F-42CB-8054-305871AC0A2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92846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509358" algn="l" rtl="0" fontAlgn="base" latinLnBrk="1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1018715" algn="l" rtl="0" fontAlgn="base" latinLnBrk="1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528074" algn="l" rtl="0" fontAlgn="base" latinLnBrk="1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2037429" algn="l" rtl="0" fontAlgn="base" latinLnBrk="1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546788" algn="l" defTabSz="1018715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056144" algn="l" defTabSz="1018715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565504" algn="l" defTabSz="1018715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074862" algn="l" defTabSz="1018715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1장_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0">
            <a:extLst>
              <a:ext uri="{FF2B5EF4-FFF2-40B4-BE49-F238E27FC236}">
                <a16:creationId xmlns:a16="http://schemas.microsoft.com/office/drawing/2014/main" id="{AB130112-592B-4A00-8F3D-F161279B0F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49129" y="10450510"/>
            <a:ext cx="277320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862419" rtl="0" eaLnBrk="1" fontAlgn="base" latinLnBrk="1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t>Ⅰ</a:t>
            </a:r>
            <a:r>
              <a:rPr kumimoji="1" lang="ko-KR" altLang="en-US" sz="900" b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t> </a:t>
            </a:r>
            <a:r>
              <a:rPr kumimoji="1" lang="en-US" altLang="ko-KR" sz="900" b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t>- </a:t>
            </a:r>
            <a:fld id="{4DD48468-F2DE-46FF-8245-D45D449E686B}" type="slidenum">
              <a:rPr kumimoji="1" lang="en-US" altLang="ko-KR" sz="900" b="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pPr marL="0" algn="ctr" defTabSz="862419" rtl="0"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900" b="0" kern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6C889-C7D2-4857-A5C5-9DF59C4A95F0}"/>
              </a:ext>
            </a:extLst>
          </p:cNvPr>
          <p:cNvSpPr txBox="1"/>
          <p:nvPr userDrawn="1"/>
        </p:nvSpPr>
        <p:spPr>
          <a:xfrm>
            <a:off x="273861" y="171978"/>
            <a:ext cx="719749" cy="9233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en-US" altLang="ko-KR" sz="6000" dirty="0">
                <a:solidFill>
                  <a:srgbClr val="956F4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Ⅰ</a:t>
            </a:r>
            <a:endParaRPr lang="ko-KR" altLang="en-US" sz="6000" dirty="0">
              <a:solidFill>
                <a:srgbClr val="956F41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FD6ED1-9211-4AA6-A1AF-64EF978E0AAB}"/>
              </a:ext>
            </a:extLst>
          </p:cNvPr>
          <p:cNvSpPr txBox="1"/>
          <p:nvPr userDrawn="1"/>
        </p:nvSpPr>
        <p:spPr>
          <a:xfrm>
            <a:off x="1075142" y="345640"/>
            <a:ext cx="820738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defTabSz="1006817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spc="-50" baseline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956F4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전략 및 방법론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A5958F3-F4A2-4E10-A4F7-054649C826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7558" y="575344"/>
            <a:ext cx="682811" cy="109738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83350062-9E22-E75C-90EC-9EB26693FAA4}"/>
              </a:ext>
            </a:extLst>
          </p:cNvPr>
          <p:cNvGrpSpPr/>
          <p:nvPr userDrawn="1"/>
        </p:nvGrpSpPr>
        <p:grpSpPr>
          <a:xfrm>
            <a:off x="-4459" y="281914"/>
            <a:ext cx="231061" cy="696598"/>
            <a:chOff x="-4459" y="364770"/>
            <a:chExt cx="231061" cy="69659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C503C50D-2A79-4285-AB4E-E4540B2E8FB7}"/>
                </a:ext>
              </a:extLst>
            </p:cNvPr>
            <p:cNvCxnSpPr/>
            <p:nvPr userDrawn="1"/>
          </p:nvCxnSpPr>
          <p:spPr>
            <a:xfrm rot="5400000" flipV="1">
              <a:off x="111071" y="249240"/>
              <a:ext cx="0" cy="231060"/>
            </a:xfrm>
            <a:prstGeom prst="line">
              <a:avLst/>
            </a:prstGeom>
            <a:ln w="25400">
              <a:solidFill>
                <a:srgbClr val="616C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14CAE1F9-032F-4C86-AB92-736348E5AE84}"/>
                </a:ext>
              </a:extLst>
            </p:cNvPr>
            <p:cNvCxnSpPr/>
            <p:nvPr userDrawn="1"/>
          </p:nvCxnSpPr>
          <p:spPr>
            <a:xfrm rot="5400000" flipV="1">
              <a:off x="111072" y="345734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0653567-6FB4-4E95-B0A1-27E639E044E8}"/>
                </a:ext>
              </a:extLst>
            </p:cNvPr>
            <p:cNvCxnSpPr/>
            <p:nvPr userDrawn="1"/>
          </p:nvCxnSpPr>
          <p:spPr>
            <a:xfrm rot="5400000" flipV="1">
              <a:off x="111072" y="442228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2220E5A7-65AF-4F32-B646-206D994A4080}"/>
                </a:ext>
              </a:extLst>
            </p:cNvPr>
            <p:cNvCxnSpPr/>
            <p:nvPr userDrawn="1"/>
          </p:nvCxnSpPr>
          <p:spPr>
            <a:xfrm rot="5400000" flipV="1">
              <a:off x="111072" y="538722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16C3CA4A-C9CF-45BB-9D77-BE024B9138F7}"/>
                </a:ext>
              </a:extLst>
            </p:cNvPr>
            <p:cNvCxnSpPr/>
            <p:nvPr userDrawn="1"/>
          </p:nvCxnSpPr>
          <p:spPr>
            <a:xfrm rot="5400000" flipV="1">
              <a:off x="111072" y="635216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1CFBB1AB-B90A-4432-97E0-05DDA645DF2D}"/>
                </a:ext>
              </a:extLst>
            </p:cNvPr>
            <p:cNvCxnSpPr/>
            <p:nvPr userDrawn="1"/>
          </p:nvCxnSpPr>
          <p:spPr>
            <a:xfrm rot="5400000" flipV="1">
              <a:off x="111072" y="731710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3F496235-13FA-4CA2-97EA-1531C627DD08}"/>
                </a:ext>
              </a:extLst>
            </p:cNvPr>
            <p:cNvCxnSpPr/>
            <p:nvPr userDrawn="1"/>
          </p:nvCxnSpPr>
          <p:spPr>
            <a:xfrm rot="5400000" flipV="1">
              <a:off x="111071" y="837826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6FC5426F-5E88-290D-F457-3E8342244736}"/>
                </a:ext>
              </a:extLst>
            </p:cNvPr>
            <p:cNvCxnSpPr/>
            <p:nvPr userDrawn="1"/>
          </p:nvCxnSpPr>
          <p:spPr>
            <a:xfrm rot="5400000" flipV="1">
              <a:off x="111071" y="945838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674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4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1장_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0">
            <a:extLst>
              <a:ext uri="{FF2B5EF4-FFF2-40B4-BE49-F238E27FC236}">
                <a16:creationId xmlns:a16="http://schemas.microsoft.com/office/drawing/2014/main" id="{7681D215-8477-4525-BE75-CB769A5B0A5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49129" y="10450510"/>
            <a:ext cx="277320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862419" rtl="0" eaLnBrk="1" fontAlgn="base" latinLnBrk="1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t>Ⅱ- </a:t>
            </a:r>
            <a:fld id="{4DD48468-F2DE-46FF-8245-D45D449E686B}" type="slidenum">
              <a:rPr kumimoji="1" lang="en-US" altLang="ko-KR" sz="900" b="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pPr marL="0" algn="ctr" defTabSz="862419" rtl="0"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900" b="0" kern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FF50BA-DD14-4225-A631-74F745A9A1CA}"/>
              </a:ext>
            </a:extLst>
          </p:cNvPr>
          <p:cNvSpPr txBox="1"/>
          <p:nvPr userDrawn="1"/>
        </p:nvSpPr>
        <p:spPr>
          <a:xfrm>
            <a:off x="273861" y="171978"/>
            <a:ext cx="719749" cy="9233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en-US" altLang="ko-KR" sz="6000" dirty="0">
                <a:solidFill>
                  <a:srgbClr val="956F4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Ⅲ</a:t>
            </a:r>
            <a:endParaRPr lang="ko-KR" altLang="en-US" sz="6000" dirty="0">
              <a:solidFill>
                <a:srgbClr val="956F41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EA54D9-A672-4EE8-864A-B3461980BE61}"/>
              </a:ext>
            </a:extLst>
          </p:cNvPr>
          <p:cNvSpPr txBox="1"/>
          <p:nvPr userDrawn="1"/>
        </p:nvSpPr>
        <p:spPr>
          <a:xfrm>
            <a:off x="1075142" y="345640"/>
            <a:ext cx="694101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defTabSz="1006817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spc="-50" baseline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956F4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기술 및 기능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B029063-15FC-417F-91BB-AE9E1520AF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7558" y="575344"/>
            <a:ext cx="682811" cy="109738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4B2575E6-E631-01DC-4341-6879BF5F9127}"/>
              </a:ext>
            </a:extLst>
          </p:cNvPr>
          <p:cNvGrpSpPr/>
          <p:nvPr userDrawn="1"/>
        </p:nvGrpSpPr>
        <p:grpSpPr>
          <a:xfrm>
            <a:off x="-4459" y="281914"/>
            <a:ext cx="231061" cy="696598"/>
            <a:chOff x="-4459" y="364770"/>
            <a:chExt cx="231061" cy="696598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0E0A4FC5-0DB0-FA17-C08E-8C8F3E4504A2}"/>
                </a:ext>
              </a:extLst>
            </p:cNvPr>
            <p:cNvCxnSpPr/>
            <p:nvPr userDrawn="1"/>
          </p:nvCxnSpPr>
          <p:spPr>
            <a:xfrm rot="5400000" flipV="1">
              <a:off x="111071" y="249240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CA68A597-E628-5F59-7DE5-ABEDC00FA5FC}"/>
                </a:ext>
              </a:extLst>
            </p:cNvPr>
            <p:cNvCxnSpPr/>
            <p:nvPr userDrawn="1"/>
          </p:nvCxnSpPr>
          <p:spPr>
            <a:xfrm rot="5400000" flipV="1">
              <a:off x="111072" y="345734"/>
              <a:ext cx="0" cy="231060"/>
            </a:xfrm>
            <a:prstGeom prst="line">
              <a:avLst/>
            </a:prstGeom>
            <a:ln w="25400">
              <a:solidFill>
                <a:srgbClr val="616C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D9C3CD2-3224-200F-65AE-2578787E15E9}"/>
                </a:ext>
              </a:extLst>
            </p:cNvPr>
            <p:cNvCxnSpPr/>
            <p:nvPr userDrawn="1"/>
          </p:nvCxnSpPr>
          <p:spPr>
            <a:xfrm rot="5400000" flipV="1">
              <a:off x="111072" y="442228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EBB805FC-49D9-A6EE-0594-09ABBABE8748}"/>
                </a:ext>
              </a:extLst>
            </p:cNvPr>
            <p:cNvCxnSpPr/>
            <p:nvPr userDrawn="1"/>
          </p:nvCxnSpPr>
          <p:spPr>
            <a:xfrm rot="5400000" flipV="1">
              <a:off x="111072" y="538722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E45395FA-42AB-00F8-1CB5-6D5F28535D1B}"/>
                </a:ext>
              </a:extLst>
            </p:cNvPr>
            <p:cNvCxnSpPr/>
            <p:nvPr userDrawn="1"/>
          </p:nvCxnSpPr>
          <p:spPr>
            <a:xfrm rot="5400000" flipV="1">
              <a:off x="111072" y="635216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E472308-B546-2FEB-BD6D-09E09EF1B8F0}"/>
                </a:ext>
              </a:extLst>
            </p:cNvPr>
            <p:cNvCxnSpPr/>
            <p:nvPr userDrawn="1"/>
          </p:nvCxnSpPr>
          <p:spPr>
            <a:xfrm rot="5400000" flipV="1">
              <a:off x="111072" y="731710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6A66BBB-D802-A2F6-3C6C-6A1B4A64C31B}"/>
                </a:ext>
              </a:extLst>
            </p:cNvPr>
            <p:cNvCxnSpPr/>
            <p:nvPr userDrawn="1"/>
          </p:nvCxnSpPr>
          <p:spPr>
            <a:xfrm rot="5400000" flipV="1">
              <a:off x="111071" y="837826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2D3B6C9D-0497-C435-BB19-EE3CAAAFBCB9}"/>
                </a:ext>
              </a:extLst>
            </p:cNvPr>
            <p:cNvCxnSpPr/>
            <p:nvPr userDrawn="1"/>
          </p:nvCxnSpPr>
          <p:spPr>
            <a:xfrm rot="5400000" flipV="1">
              <a:off x="111071" y="945838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2560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4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1장_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0">
            <a:extLst>
              <a:ext uri="{FF2B5EF4-FFF2-40B4-BE49-F238E27FC236}">
                <a16:creationId xmlns:a16="http://schemas.microsoft.com/office/drawing/2014/main" id="{697D607C-128A-4FB8-B833-457A8EC329A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35503" y="10450510"/>
            <a:ext cx="304571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862419" rtl="0" eaLnBrk="1" fontAlgn="base" latinLnBrk="1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t>Ⅲ- </a:t>
            </a:r>
            <a:fld id="{4DD48468-F2DE-46FF-8245-D45D449E686B}" type="slidenum">
              <a:rPr kumimoji="1" lang="en-US" altLang="ko-KR" sz="900" b="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pPr marL="0" algn="ctr" defTabSz="862419" rtl="0"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900" b="0" kern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0359A7-AA82-452C-9B60-B357D3D67008}"/>
              </a:ext>
            </a:extLst>
          </p:cNvPr>
          <p:cNvSpPr txBox="1"/>
          <p:nvPr userDrawn="1"/>
        </p:nvSpPr>
        <p:spPr>
          <a:xfrm>
            <a:off x="273861" y="171978"/>
            <a:ext cx="719749" cy="9233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en-US" altLang="ko-KR" sz="6000" dirty="0">
                <a:solidFill>
                  <a:srgbClr val="956F4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Ⅲ</a:t>
            </a:r>
            <a:endParaRPr lang="ko-KR" altLang="en-US" sz="6000" dirty="0">
              <a:solidFill>
                <a:srgbClr val="956F41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5F1CA3-D95B-42A6-973A-0C4DA080A421}"/>
              </a:ext>
            </a:extLst>
          </p:cNvPr>
          <p:cNvSpPr txBox="1"/>
          <p:nvPr userDrawn="1"/>
        </p:nvSpPr>
        <p:spPr>
          <a:xfrm>
            <a:off x="1075142" y="345640"/>
            <a:ext cx="694101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defTabSz="1006817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spc="-50" baseline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956F4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성능 및 품질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4D8B362-0B63-45CB-BD77-46AEDA25DC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7558" y="575344"/>
            <a:ext cx="682811" cy="109738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3A771E60-376D-CA9A-291B-3CC648F44522}"/>
              </a:ext>
            </a:extLst>
          </p:cNvPr>
          <p:cNvGrpSpPr/>
          <p:nvPr userDrawn="1"/>
        </p:nvGrpSpPr>
        <p:grpSpPr>
          <a:xfrm>
            <a:off x="-4459" y="281914"/>
            <a:ext cx="231061" cy="696598"/>
            <a:chOff x="-4459" y="364770"/>
            <a:chExt cx="231061" cy="696598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71AB7C88-4A1E-85EA-B07F-E4917253A1BB}"/>
                </a:ext>
              </a:extLst>
            </p:cNvPr>
            <p:cNvCxnSpPr/>
            <p:nvPr userDrawn="1"/>
          </p:nvCxnSpPr>
          <p:spPr>
            <a:xfrm rot="5400000" flipV="1">
              <a:off x="111071" y="249240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163A979D-072A-F76A-80E2-F5A1F9C319F0}"/>
                </a:ext>
              </a:extLst>
            </p:cNvPr>
            <p:cNvCxnSpPr/>
            <p:nvPr userDrawn="1"/>
          </p:nvCxnSpPr>
          <p:spPr>
            <a:xfrm rot="5400000" flipV="1">
              <a:off x="111072" y="345734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E19E63F6-77BA-583E-D403-C70088D080A0}"/>
                </a:ext>
              </a:extLst>
            </p:cNvPr>
            <p:cNvCxnSpPr/>
            <p:nvPr userDrawn="1"/>
          </p:nvCxnSpPr>
          <p:spPr>
            <a:xfrm rot="5400000" flipV="1">
              <a:off x="111072" y="442228"/>
              <a:ext cx="0" cy="231060"/>
            </a:xfrm>
            <a:prstGeom prst="line">
              <a:avLst/>
            </a:prstGeom>
            <a:ln w="25400">
              <a:solidFill>
                <a:srgbClr val="616C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E81FB62C-F3F2-1332-8B57-EC06EBEC881B}"/>
                </a:ext>
              </a:extLst>
            </p:cNvPr>
            <p:cNvCxnSpPr/>
            <p:nvPr userDrawn="1"/>
          </p:nvCxnSpPr>
          <p:spPr>
            <a:xfrm rot="5400000" flipV="1">
              <a:off x="111072" y="538722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845D6F77-8CCD-C96D-67E5-52754281FCF8}"/>
                </a:ext>
              </a:extLst>
            </p:cNvPr>
            <p:cNvCxnSpPr/>
            <p:nvPr userDrawn="1"/>
          </p:nvCxnSpPr>
          <p:spPr>
            <a:xfrm rot="5400000" flipV="1">
              <a:off x="111072" y="635216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52914156-CF4C-8404-45E5-FD4C7DF2F9BF}"/>
                </a:ext>
              </a:extLst>
            </p:cNvPr>
            <p:cNvCxnSpPr/>
            <p:nvPr userDrawn="1"/>
          </p:nvCxnSpPr>
          <p:spPr>
            <a:xfrm rot="5400000" flipV="1">
              <a:off x="111072" y="731710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FD2A07A4-E02D-EB97-F646-D74CC3724A35}"/>
                </a:ext>
              </a:extLst>
            </p:cNvPr>
            <p:cNvCxnSpPr/>
            <p:nvPr userDrawn="1"/>
          </p:nvCxnSpPr>
          <p:spPr>
            <a:xfrm rot="5400000" flipV="1">
              <a:off x="111071" y="837826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80234374-36B0-ADB9-4481-D42B7C80ED7C}"/>
                </a:ext>
              </a:extLst>
            </p:cNvPr>
            <p:cNvCxnSpPr/>
            <p:nvPr userDrawn="1"/>
          </p:nvCxnSpPr>
          <p:spPr>
            <a:xfrm rot="5400000" flipV="1">
              <a:off x="111071" y="945838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7686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1장_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10">
            <a:extLst>
              <a:ext uri="{FF2B5EF4-FFF2-40B4-BE49-F238E27FC236}">
                <a16:creationId xmlns:a16="http://schemas.microsoft.com/office/drawing/2014/main" id="{B8EC544F-C24E-4D84-B60E-6B14742C22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13062" y="10450510"/>
            <a:ext cx="349455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862419" rtl="0" eaLnBrk="1" fontAlgn="base" latinLnBrk="1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t>Ⅳ</a:t>
            </a:r>
            <a:r>
              <a:rPr kumimoji="1" lang="ko-KR" altLang="en-US" sz="900" b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t> </a:t>
            </a:r>
            <a:r>
              <a:rPr kumimoji="1" lang="en-US" altLang="ko-KR" sz="900" b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t>- </a:t>
            </a:r>
            <a:fld id="{4DD48468-F2DE-46FF-8245-D45D449E686B}" type="slidenum">
              <a:rPr kumimoji="1" lang="en-US" altLang="ko-KR" sz="900" b="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pPr marL="0" algn="ctr" defTabSz="862419" rtl="0"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900" b="0" kern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4F321-2075-4DF5-9EDC-0262602DC8CC}"/>
              </a:ext>
            </a:extLst>
          </p:cNvPr>
          <p:cNvSpPr txBox="1"/>
          <p:nvPr userDrawn="1"/>
        </p:nvSpPr>
        <p:spPr>
          <a:xfrm>
            <a:off x="273861" y="171978"/>
            <a:ext cx="719749" cy="9233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en-US" altLang="ko-KR" sz="6000" dirty="0">
                <a:solidFill>
                  <a:srgbClr val="956F4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Ⅳ</a:t>
            </a:r>
            <a:endParaRPr lang="ko-KR" altLang="en-US" sz="6000" dirty="0">
              <a:solidFill>
                <a:srgbClr val="956F41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B21A46-442D-4E7E-AA11-3A6B65431035}"/>
              </a:ext>
            </a:extLst>
          </p:cNvPr>
          <p:cNvSpPr txBox="1"/>
          <p:nvPr userDrawn="1"/>
        </p:nvSpPr>
        <p:spPr>
          <a:xfrm>
            <a:off x="1075142" y="345640"/>
            <a:ext cx="790281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defTabSz="1006817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spc="-50" baseline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956F4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프로젝트 관리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30E08EB-50C9-4149-84E2-A4A0C8EBE2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7558" y="575344"/>
            <a:ext cx="682811" cy="109738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8F859D84-9B54-D023-C09B-F32E0333406B}"/>
              </a:ext>
            </a:extLst>
          </p:cNvPr>
          <p:cNvGrpSpPr/>
          <p:nvPr userDrawn="1"/>
        </p:nvGrpSpPr>
        <p:grpSpPr>
          <a:xfrm>
            <a:off x="-4459" y="281914"/>
            <a:ext cx="231061" cy="696598"/>
            <a:chOff x="-4459" y="364770"/>
            <a:chExt cx="231061" cy="696598"/>
          </a:xfrm>
        </p:grpSpPr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D9BC39AA-A9CD-0AC9-3952-6E961B2627B6}"/>
                </a:ext>
              </a:extLst>
            </p:cNvPr>
            <p:cNvCxnSpPr/>
            <p:nvPr userDrawn="1"/>
          </p:nvCxnSpPr>
          <p:spPr>
            <a:xfrm rot="5400000" flipV="1">
              <a:off x="111071" y="249240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2CE32D6E-3CFF-09F7-07E3-B55A1E304025}"/>
                </a:ext>
              </a:extLst>
            </p:cNvPr>
            <p:cNvCxnSpPr/>
            <p:nvPr userDrawn="1"/>
          </p:nvCxnSpPr>
          <p:spPr>
            <a:xfrm rot="5400000" flipV="1">
              <a:off x="111072" y="345734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5C827513-2953-78E3-8614-DBF29BFBE2ED}"/>
                </a:ext>
              </a:extLst>
            </p:cNvPr>
            <p:cNvCxnSpPr/>
            <p:nvPr userDrawn="1"/>
          </p:nvCxnSpPr>
          <p:spPr>
            <a:xfrm rot="5400000" flipV="1">
              <a:off x="111072" y="442228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CCDF980-96A8-1DFA-8287-F607CFA4AA2A}"/>
                </a:ext>
              </a:extLst>
            </p:cNvPr>
            <p:cNvCxnSpPr/>
            <p:nvPr userDrawn="1"/>
          </p:nvCxnSpPr>
          <p:spPr>
            <a:xfrm rot="5400000" flipV="1">
              <a:off x="111072" y="538722"/>
              <a:ext cx="0" cy="231060"/>
            </a:xfrm>
            <a:prstGeom prst="line">
              <a:avLst/>
            </a:prstGeom>
            <a:ln w="25400">
              <a:solidFill>
                <a:srgbClr val="616C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A6078864-EFEE-8244-B037-3E18182CB5C5}"/>
                </a:ext>
              </a:extLst>
            </p:cNvPr>
            <p:cNvCxnSpPr/>
            <p:nvPr userDrawn="1"/>
          </p:nvCxnSpPr>
          <p:spPr>
            <a:xfrm rot="5400000" flipV="1">
              <a:off x="111072" y="635216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8DE89A0-6C65-E0B9-A3CB-D2CF7A9B6BB2}"/>
                </a:ext>
              </a:extLst>
            </p:cNvPr>
            <p:cNvCxnSpPr/>
            <p:nvPr userDrawn="1"/>
          </p:nvCxnSpPr>
          <p:spPr>
            <a:xfrm rot="5400000" flipV="1">
              <a:off x="111072" y="731710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CDAE5383-F905-B03E-D314-FB57D7BDD272}"/>
                </a:ext>
              </a:extLst>
            </p:cNvPr>
            <p:cNvCxnSpPr/>
            <p:nvPr userDrawn="1"/>
          </p:nvCxnSpPr>
          <p:spPr>
            <a:xfrm rot="5400000" flipV="1">
              <a:off x="111071" y="837826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CDE27E6A-A8DB-161E-D476-20D327F3076D}"/>
                </a:ext>
              </a:extLst>
            </p:cNvPr>
            <p:cNvCxnSpPr/>
            <p:nvPr userDrawn="1"/>
          </p:nvCxnSpPr>
          <p:spPr>
            <a:xfrm rot="5400000" flipV="1">
              <a:off x="111071" y="945838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09205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1장_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10">
            <a:extLst>
              <a:ext uri="{FF2B5EF4-FFF2-40B4-BE49-F238E27FC236}">
                <a16:creationId xmlns:a16="http://schemas.microsoft.com/office/drawing/2014/main" id="{6F06F7D0-2BE6-4980-B9E8-74A271E2EFE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40312" y="10450510"/>
            <a:ext cx="294953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862419" rtl="0" eaLnBrk="1" fontAlgn="base" latinLnBrk="1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t>Ⅴ- </a:t>
            </a:r>
            <a:fld id="{4DD48468-F2DE-46FF-8245-D45D449E686B}" type="slidenum">
              <a:rPr kumimoji="1" lang="en-US" altLang="ko-KR" sz="900" b="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pPr marL="0" algn="ctr" defTabSz="862419" rtl="0"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900" b="0" kern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583034-26FD-4F15-9175-31CD07A90C94}"/>
              </a:ext>
            </a:extLst>
          </p:cNvPr>
          <p:cNvSpPr txBox="1"/>
          <p:nvPr userDrawn="1"/>
        </p:nvSpPr>
        <p:spPr>
          <a:xfrm>
            <a:off x="273861" y="171978"/>
            <a:ext cx="719749" cy="9233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en-US" altLang="ko-KR" sz="6000" dirty="0">
                <a:solidFill>
                  <a:srgbClr val="956F4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Ⅴ</a:t>
            </a:r>
            <a:endParaRPr lang="ko-KR" altLang="en-US" sz="6000" dirty="0">
              <a:solidFill>
                <a:srgbClr val="956F41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314E09-1EB7-4E7C-8304-D5248BC622BD}"/>
              </a:ext>
            </a:extLst>
          </p:cNvPr>
          <p:cNvSpPr txBox="1"/>
          <p:nvPr userDrawn="1"/>
        </p:nvSpPr>
        <p:spPr>
          <a:xfrm>
            <a:off x="1075142" y="345640"/>
            <a:ext cx="790281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defTabSz="1006817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spc="-50" baseline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956F4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프로젝트 지원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992EC9B-E36C-47C0-B74D-00C7379641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7558" y="575344"/>
            <a:ext cx="682811" cy="109738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94E99678-2F9A-B7FC-3C90-071BA94C9D3C}"/>
              </a:ext>
            </a:extLst>
          </p:cNvPr>
          <p:cNvGrpSpPr/>
          <p:nvPr userDrawn="1"/>
        </p:nvGrpSpPr>
        <p:grpSpPr>
          <a:xfrm>
            <a:off x="-4459" y="281914"/>
            <a:ext cx="231061" cy="696598"/>
            <a:chOff x="-4459" y="364770"/>
            <a:chExt cx="231061" cy="696598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37064B7B-6E56-DA74-884A-1B24BF84E208}"/>
                </a:ext>
              </a:extLst>
            </p:cNvPr>
            <p:cNvCxnSpPr/>
            <p:nvPr userDrawn="1"/>
          </p:nvCxnSpPr>
          <p:spPr>
            <a:xfrm rot="5400000" flipV="1">
              <a:off x="111071" y="249240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3FF0407-EDA6-BF9A-F2DC-56E7372609C3}"/>
                </a:ext>
              </a:extLst>
            </p:cNvPr>
            <p:cNvCxnSpPr/>
            <p:nvPr userDrawn="1"/>
          </p:nvCxnSpPr>
          <p:spPr>
            <a:xfrm rot="5400000" flipV="1">
              <a:off x="111072" y="345734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3761BF6D-5CDC-ADCF-1A0C-54558F1005C6}"/>
                </a:ext>
              </a:extLst>
            </p:cNvPr>
            <p:cNvCxnSpPr/>
            <p:nvPr userDrawn="1"/>
          </p:nvCxnSpPr>
          <p:spPr>
            <a:xfrm rot="5400000" flipV="1">
              <a:off x="111072" y="442228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1B258C12-FA9D-2AAE-5DE2-98C8796F869F}"/>
                </a:ext>
              </a:extLst>
            </p:cNvPr>
            <p:cNvCxnSpPr/>
            <p:nvPr userDrawn="1"/>
          </p:nvCxnSpPr>
          <p:spPr>
            <a:xfrm rot="5400000" flipV="1">
              <a:off x="111072" y="538722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1A0DA3D-786F-67C6-6A84-9C394CA5869D}"/>
                </a:ext>
              </a:extLst>
            </p:cNvPr>
            <p:cNvCxnSpPr/>
            <p:nvPr userDrawn="1"/>
          </p:nvCxnSpPr>
          <p:spPr>
            <a:xfrm rot="5400000" flipV="1">
              <a:off x="111072" y="635216"/>
              <a:ext cx="0" cy="231060"/>
            </a:xfrm>
            <a:prstGeom prst="line">
              <a:avLst/>
            </a:prstGeom>
            <a:ln w="25400">
              <a:solidFill>
                <a:srgbClr val="616C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93E7B6A-B919-A3D0-8AB7-49BD2726ECD8}"/>
                </a:ext>
              </a:extLst>
            </p:cNvPr>
            <p:cNvCxnSpPr/>
            <p:nvPr userDrawn="1"/>
          </p:nvCxnSpPr>
          <p:spPr>
            <a:xfrm rot="5400000" flipV="1">
              <a:off x="111072" y="731710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F6457A5-D630-1DA1-BC13-C14C155446DC}"/>
                </a:ext>
              </a:extLst>
            </p:cNvPr>
            <p:cNvCxnSpPr/>
            <p:nvPr userDrawn="1"/>
          </p:nvCxnSpPr>
          <p:spPr>
            <a:xfrm rot="5400000" flipV="1">
              <a:off x="111071" y="837826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13CC0307-E7D1-2985-11A2-4E6497FFD33E}"/>
                </a:ext>
              </a:extLst>
            </p:cNvPr>
            <p:cNvCxnSpPr/>
            <p:nvPr userDrawn="1"/>
          </p:nvCxnSpPr>
          <p:spPr>
            <a:xfrm rot="5400000" flipV="1">
              <a:off x="111071" y="945838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2506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4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1장_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10">
            <a:extLst>
              <a:ext uri="{FF2B5EF4-FFF2-40B4-BE49-F238E27FC236}">
                <a16:creationId xmlns:a16="http://schemas.microsoft.com/office/drawing/2014/main" id="{8F8C59BD-6D19-412A-8CCA-E98E979031A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26687" y="10450510"/>
            <a:ext cx="322204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862419" rtl="0" eaLnBrk="1" fontAlgn="base" latinLnBrk="1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t>Ⅵ- </a:t>
            </a:r>
            <a:fld id="{4DD48468-F2DE-46FF-8245-D45D449E686B}" type="slidenum">
              <a:rPr kumimoji="1" lang="en-US" altLang="ko-KR" sz="900" b="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pPr marL="0" algn="ctr" defTabSz="862419" rtl="0"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900" b="0" kern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0F9933-08A9-4E92-AA13-ACECFC2B95F5}"/>
              </a:ext>
            </a:extLst>
          </p:cNvPr>
          <p:cNvSpPr txBox="1"/>
          <p:nvPr userDrawn="1"/>
        </p:nvSpPr>
        <p:spPr>
          <a:xfrm>
            <a:off x="273861" y="171978"/>
            <a:ext cx="719749" cy="9233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en-US" altLang="ko-KR" sz="6000" dirty="0">
                <a:solidFill>
                  <a:srgbClr val="956F4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Ⅵ</a:t>
            </a:r>
            <a:endParaRPr lang="ko-KR" altLang="en-US" sz="6000" dirty="0">
              <a:solidFill>
                <a:srgbClr val="956F41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015A12-713E-438B-BB58-C7B6A1B70FF0}"/>
              </a:ext>
            </a:extLst>
          </p:cNvPr>
          <p:cNvSpPr txBox="1"/>
          <p:nvPr userDrawn="1"/>
        </p:nvSpPr>
        <p:spPr>
          <a:xfrm>
            <a:off x="1075142" y="345640"/>
            <a:ext cx="790281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defTabSz="1006817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spc="-50" baseline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956F4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프로젝트 지원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C716486-08E0-4022-8B6F-6937580DBC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7558" y="575344"/>
            <a:ext cx="682811" cy="109738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404A787B-3EF7-B3D6-E13B-57CA7C353E4B}"/>
              </a:ext>
            </a:extLst>
          </p:cNvPr>
          <p:cNvGrpSpPr/>
          <p:nvPr userDrawn="1"/>
        </p:nvGrpSpPr>
        <p:grpSpPr>
          <a:xfrm>
            <a:off x="-4459" y="281914"/>
            <a:ext cx="231061" cy="696598"/>
            <a:chOff x="-4459" y="364770"/>
            <a:chExt cx="231061" cy="69659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C53EB2D7-FC1A-C74B-7754-D492CF49B522}"/>
                </a:ext>
              </a:extLst>
            </p:cNvPr>
            <p:cNvCxnSpPr/>
            <p:nvPr userDrawn="1"/>
          </p:nvCxnSpPr>
          <p:spPr>
            <a:xfrm rot="5400000" flipV="1">
              <a:off x="111071" y="249240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F4A0029C-FEB6-926C-77DE-60A844CDAFF5}"/>
                </a:ext>
              </a:extLst>
            </p:cNvPr>
            <p:cNvCxnSpPr/>
            <p:nvPr userDrawn="1"/>
          </p:nvCxnSpPr>
          <p:spPr>
            <a:xfrm rot="5400000" flipV="1">
              <a:off x="111072" y="345734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DC3C34CF-528D-B1AE-B33C-53546EDF26F4}"/>
                </a:ext>
              </a:extLst>
            </p:cNvPr>
            <p:cNvCxnSpPr/>
            <p:nvPr userDrawn="1"/>
          </p:nvCxnSpPr>
          <p:spPr>
            <a:xfrm rot="5400000" flipV="1">
              <a:off x="111072" y="442228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8FD11D45-0B9F-C6CA-66D6-3C3940A12E6A}"/>
                </a:ext>
              </a:extLst>
            </p:cNvPr>
            <p:cNvCxnSpPr/>
            <p:nvPr userDrawn="1"/>
          </p:nvCxnSpPr>
          <p:spPr>
            <a:xfrm rot="5400000" flipV="1">
              <a:off x="111072" y="538722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CE161260-CBA3-C45C-4934-86B7B6EED12B}"/>
                </a:ext>
              </a:extLst>
            </p:cNvPr>
            <p:cNvCxnSpPr/>
            <p:nvPr userDrawn="1"/>
          </p:nvCxnSpPr>
          <p:spPr>
            <a:xfrm rot="5400000" flipV="1">
              <a:off x="111072" y="635216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2082CD0-9174-990F-E10B-5D4871BB565A}"/>
                </a:ext>
              </a:extLst>
            </p:cNvPr>
            <p:cNvCxnSpPr/>
            <p:nvPr userDrawn="1"/>
          </p:nvCxnSpPr>
          <p:spPr>
            <a:xfrm rot="5400000" flipV="1">
              <a:off x="111072" y="731710"/>
              <a:ext cx="0" cy="231060"/>
            </a:xfrm>
            <a:prstGeom prst="line">
              <a:avLst/>
            </a:prstGeom>
            <a:ln w="25400">
              <a:solidFill>
                <a:srgbClr val="616C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3C1AB0C-B989-178D-E9DD-490AEE8476B0}"/>
                </a:ext>
              </a:extLst>
            </p:cNvPr>
            <p:cNvCxnSpPr/>
            <p:nvPr userDrawn="1"/>
          </p:nvCxnSpPr>
          <p:spPr>
            <a:xfrm rot="5400000" flipV="1">
              <a:off x="111071" y="837826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985E296A-4ED1-FCF0-618E-151545CABBA5}"/>
                </a:ext>
              </a:extLst>
            </p:cNvPr>
            <p:cNvCxnSpPr/>
            <p:nvPr userDrawn="1"/>
          </p:nvCxnSpPr>
          <p:spPr>
            <a:xfrm rot="5400000" flipV="1">
              <a:off x="111071" y="945838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5055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4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1장_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0">
            <a:extLst>
              <a:ext uri="{FF2B5EF4-FFF2-40B4-BE49-F238E27FC236}">
                <a16:creationId xmlns:a16="http://schemas.microsoft.com/office/drawing/2014/main" id="{1D72DE8E-3E2B-4904-9634-65B276AEB85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9437" y="10450510"/>
            <a:ext cx="376706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 defTabSz="862419" rtl="0" eaLnBrk="1" fontAlgn="base" latinLnBrk="1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t>Ⅶ</a:t>
            </a:r>
            <a:r>
              <a:rPr kumimoji="1" lang="ko-KR" altLang="en-US" sz="900" b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t> </a:t>
            </a:r>
            <a:r>
              <a:rPr kumimoji="1" lang="en-US" altLang="ko-KR" sz="900" b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t>- </a:t>
            </a:r>
            <a:fld id="{4DD48468-F2DE-46FF-8245-D45D449E686B}" type="slidenum">
              <a:rPr kumimoji="1" lang="en-US" altLang="ko-KR" sz="900" b="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rPr>
              <a:pPr marL="0" algn="ctr" defTabSz="862419" rtl="0" eaLnBrk="1" fontAlgn="base" latinLnBrk="1" hangingPunct="1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900" b="0" kern="12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F6838-E1B9-4970-B8DB-714BDF27C9DF}"/>
              </a:ext>
            </a:extLst>
          </p:cNvPr>
          <p:cNvSpPr txBox="1"/>
          <p:nvPr userDrawn="1"/>
        </p:nvSpPr>
        <p:spPr>
          <a:xfrm>
            <a:off x="273861" y="171978"/>
            <a:ext cx="719749" cy="9233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en-US" altLang="ko-KR" sz="6000" dirty="0">
                <a:solidFill>
                  <a:srgbClr val="956F4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Ⅶ</a:t>
            </a:r>
            <a:endParaRPr lang="ko-KR" altLang="en-US" sz="6000" dirty="0">
              <a:solidFill>
                <a:srgbClr val="956F41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688025-A10B-4775-8B3B-E0688240C838}"/>
              </a:ext>
            </a:extLst>
          </p:cNvPr>
          <p:cNvSpPr txBox="1"/>
          <p:nvPr userDrawn="1"/>
        </p:nvSpPr>
        <p:spPr>
          <a:xfrm>
            <a:off x="1075142" y="345640"/>
            <a:ext cx="1737655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defTabSz="1006817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spc="-50" baseline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956F4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상생협력 및 하도급계약 적정성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C126E39-414B-4122-A09D-8300568268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7558" y="575344"/>
            <a:ext cx="682811" cy="109738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E4D09E1D-940D-436E-40A8-2BC52C56BD79}"/>
              </a:ext>
            </a:extLst>
          </p:cNvPr>
          <p:cNvGrpSpPr/>
          <p:nvPr userDrawn="1"/>
        </p:nvGrpSpPr>
        <p:grpSpPr>
          <a:xfrm>
            <a:off x="-4459" y="281914"/>
            <a:ext cx="231061" cy="696598"/>
            <a:chOff x="-4459" y="364770"/>
            <a:chExt cx="231061" cy="69659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5470250F-AE7A-1755-6272-101BE9B9C790}"/>
                </a:ext>
              </a:extLst>
            </p:cNvPr>
            <p:cNvCxnSpPr/>
            <p:nvPr userDrawn="1"/>
          </p:nvCxnSpPr>
          <p:spPr>
            <a:xfrm rot="5400000" flipV="1">
              <a:off x="111071" y="249240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CA4ECFB4-14B7-71D1-573F-F8BF9001D07E}"/>
                </a:ext>
              </a:extLst>
            </p:cNvPr>
            <p:cNvCxnSpPr/>
            <p:nvPr userDrawn="1"/>
          </p:nvCxnSpPr>
          <p:spPr>
            <a:xfrm rot="5400000" flipV="1">
              <a:off x="111072" y="345734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DE468D62-D085-A489-E0B0-FFD16AD18144}"/>
                </a:ext>
              </a:extLst>
            </p:cNvPr>
            <p:cNvCxnSpPr/>
            <p:nvPr userDrawn="1"/>
          </p:nvCxnSpPr>
          <p:spPr>
            <a:xfrm rot="5400000" flipV="1">
              <a:off x="111072" y="442228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8852A56B-5FD4-6A29-6278-CD8650ABA791}"/>
                </a:ext>
              </a:extLst>
            </p:cNvPr>
            <p:cNvCxnSpPr/>
            <p:nvPr userDrawn="1"/>
          </p:nvCxnSpPr>
          <p:spPr>
            <a:xfrm rot="5400000" flipV="1">
              <a:off x="111072" y="538722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67F28FC-3CD4-472B-0276-C4E862C1D9AF}"/>
                </a:ext>
              </a:extLst>
            </p:cNvPr>
            <p:cNvCxnSpPr/>
            <p:nvPr userDrawn="1"/>
          </p:nvCxnSpPr>
          <p:spPr>
            <a:xfrm rot="5400000" flipV="1">
              <a:off x="111072" y="635216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7EA47A9C-4B29-613A-1B25-D55AB0A99646}"/>
                </a:ext>
              </a:extLst>
            </p:cNvPr>
            <p:cNvCxnSpPr/>
            <p:nvPr userDrawn="1"/>
          </p:nvCxnSpPr>
          <p:spPr>
            <a:xfrm rot="5400000" flipV="1">
              <a:off x="111072" y="731710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CA30224-49AD-71FD-4FE0-1C98F0C0C73E}"/>
                </a:ext>
              </a:extLst>
            </p:cNvPr>
            <p:cNvCxnSpPr/>
            <p:nvPr userDrawn="1"/>
          </p:nvCxnSpPr>
          <p:spPr>
            <a:xfrm rot="5400000" flipV="1">
              <a:off x="111071" y="837826"/>
              <a:ext cx="0" cy="231060"/>
            </a:xfrm>
            <a:prstGeom prst="line">
              <a:avLst/>
            </a:prstGeom>
            <a:ln w="25400">
              <a:solidFill>
                <a:srgbClr val="616C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12AE50D8-0997-B114-1941-04D3D5383C22}"/>
                </a:ext>
              </a:extLst>
            </p:cNvPr>
            <p:cNvCxnSpPr/>
            <p:nvPr userDrawn="1"/>
          </p:nvCxnSpPr>
          <p:spPr>
            <a:xfrm rot="5400000" flipV="1">
              <a:off x="111071" y="945838"/>
              <a:ext cx="0" cy="231060"/>
            </a:xfrm>
            <a:prstGeom prst="line">
              <a:avLst/>
            </a:prstGeom>
            <a:ln w="12700">
              <a:solidFill>
                <a:srgbClr val="616C7D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99865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4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직사각형 54">
            <a:extLst>
              <a:ext uri="{FF2B5EF4-FFF2-40B4-BE49-F238E27FC236}">
                <a16:creationId xmlns:a16="http://schemas.microsoft.com/office/drawing/2014/main" id="{01460375-00AA-4171-87C1-27BE820A162D}"/>
              </a:ext>
            </a:extLst>
          </p:cNvPr>
          <p:cNvSpPr/>
          <p:nvPr userDrawn="1"/>
        </p:nvSpPr>
        <p:spPr>
          <a:xfrm>
            <a:off x="0" y="0"/>
            <a:ext cx="7775575" cy="2570574"/>
          </a:xfrm>
          <a:prstGeom prst="rect">
            <a:avLst/>
          </a:prstGeom>
          <a:solidFill>
            <a:srgbClr val="DCE1E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CA3D846-F95A-45B1-81A4-C9D228DC8845}"/>
              </a:ext>
            </a:extLst>
          </p:cNvPr>
          <p:cNvGrpSpPr/>
          <p:nvPr userDrawn="1"/>
        </p:nvGrpSpPr>
        <p:grpSpPr>
          <a:xfrm>
            <a:off x="-5464" y="1339650"/>
            <a:ext cx="880091" cy="405794"/>
            <a:chOff x="-5464" y="1260835"/>
            <a:chExt cx="880091" cy="405794"/>
          </a:xfrm>
        </p:grpSpPr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76DB53BC-6DF8-488D-81C3-CF97F350A424}"/>
                </a:ext>
              </a:extLst>
            </p:cNvPr>
            <p:cNvGrpSpPr/>
            <p:nvPr/>
          </p:nvGrpSpPr>
          <p:grpSpPr>
            <a:xfrm>
              <a:off x="272261" y="1260835"/>
              <a:ext cx="602366" cy="405794"/>
              <a:chOff x="272261" y="1480601"/>
              <a:chExt cx="602366" cy="405794"/>
            </a:xfrm>
          </p:grpSpPr>
          <p:sp>
            <p:nvSpPr>
              <p:cNvPr id="124" name="자유형: 도형 123">
                <a:extLst>
                  <a:ext uri="{FF2B5EF4-FFF2-40B4-BE49-F238E27FC236}">
                    <a16:creationId xmlns:a16="http://schemas.microsoft.com/office/drawing/2014/main" id="{421BDFA3-179D-4239-9BFC-061A53B1DF94}"/>
                  </a:ext>
                </a:extLst>
              </p:cNvPr>
              <p:cNvSpPr/>
              <p:nvPr/>
            </p:nvSpPr>
            <p:spPr>
              <a:xfrm rot="2700000" flipV="1">
                <a:off x="380637" y="1503474"/>
                <a:ext cx="226884" cy="298343"/>
              </a:xfrm>
              <a:custGeom>
                <a:avLst/>
                <a:gdLst>
                  <a:gd name="connsiteX0" fmla="*/ 969155 w 1945892"/>
                  <a:gd name="connsiteY0" fmla="*/ 0 h 2558774"/>
                  <a:gd name="connsiteX1" fmla="*/ 505 w 1945892"/>
                  <a:gd name="connsiteY1" fmla="*/ 1114238 h 2558774"/>
                  <a:gd name="connsiteX2" fmla="*/ 11451 w 1945892"/>
                  <a:gd name="connsiteY2" fmla="*/ 1122412 h 2558774"/>
                  <a:gd name="connsiteX3" fmla="*/ 151518 w 1945892"/>
                  <a:gd name="connsiteY3" fmla="*/ 1122412 h 2558774"/>
                  <a:gd name="connsiteX4" fmla="*/ 882004 w 1945892"/>
                  <a:gd name="connsiteY4" fmla="*/ 309835 h 2558774"/>
                  <a:gd name="connsiteX5" fmla="*/ 1622200 w 1945892"/>
                  <a:gd name="connsiteY5" fmla="*/ 1279387 h 2558774"/>
                  <a:gd name="connsiteX6" fmla="*/ 882004 w 1945892"/>
                  <a:gd name="connsiteY6" fmla="*/ 2248939 h 2558774"/>
                  <a:gd name="connsiteX7" fmla="*/ 150798 w 1945892"/>
                  <a:gd name="connsiteY7" fmla="*/ 1430658 h 2558774"/>
                  <a:gd name="connsiteX8" fmla="*/ 11451 w 1945892"/>
                  <a:gd name="connsiteY8" fmla="*/ 1430658 h 2558774"/>
                  <a:gd name="connsiteX9" fmla="*/ 0 w 1945892"/>
                  <a:gd name="connsiteY9" fmla="*/ 1439208 h 2558774"/>
                  <a:gd name="connsiteX10" fmla="*/ 969155 w 1945892"/>
                  <a:gd name="connsiteY10" fmla="*/ 2558774 h 2558774"/>
                  <a:gd name="connsiteX11" fmla="*/ 1945893 w 1945892"/>
                  <a:gd name="connsiteY11" fmla="*/ 1279387 h 2558774"/>
                  <a:gd name="connsiteX12" fmla="*/ 969155 w 1945892"/>
                  <a:gd name="connsiteY12" fmla="*/ 0 h 2558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45892" h="2558774">
                    <a:moveTo>
                      <a:pt x="969155" y="0"/>
                    </a:moveTo>
                    <a:cubicBezTo>
                      <a:pt x="472449" y="0"/>
                      <a:pt x="62347" y="485662"/>
                      <a:pt x="505" y="1114238"/>
                    </a:cubicBezTo>
                    <a:lnTo>
                      <a:pt x="11451" y="1122412"/>
                    </a:lnTo>
                    <a:lnTo>
                      <a:pt x="151518" y="1122412"/>
                    </a:lnTo>
                    <a:cubicBezTo>
                      <a:pt x="208795" y="661597"/>
                      <a:pt x="514021" y="309835"/>
                      <a:pt x="882004" y="309835"/>
                    </a:cubicBezTo>
                    <a:cubicBezTo>
                      <a:pt x="1290806" y="309835"/>
                      <a:pt x="1622200" y="743924"/>
                      <a:pt x="1622200" y="1279387"/>
                    </a:cubicBezTo>
                    <a:cubicBezTo>
                      <a:pt x="1622200" y="1814850"/>
                      <a:pt x="1290806" y="2248939"/>
                      <a:pt x="882004" y="2248939"/>
                    </a:cubicBezTo>
                    <a:cubicBezTo>
                      <a:pt x="512496" y="2248939"/>
                      <a:pt x="206249" y="1894266"/>
                      <a:pt x="150798" y="1430658"/>
                    </a:cubicBezTo>
                    <a:lnTo>
                      <a:pt x="11451" y="1430658"/>
                    </a:lnTo>
                    <a:lnTo>
                      <a:pt x="0" y="1439208"/>
                    </a:lnTo>
                    <a:cubicBezTo>
                      <a:pt x="60048" y="2070362"/>
                      <a:pt x="471042" y="2558774"/>
                      <a:pt x="969155" y="2558774"/>
                    </a:cubicBezTo>
                    <a:cubicBezTo>
                      <a:pt x="1508592" y="2558774"/>
                      <a:pt x="1945893" y="1985972"/>
                      <a:pt x="1945893" y="1279387"/>
                    </a:cubicBezTo>
                    <a:cubicBezTo>
                      <a:pt x="1945893" y="572802"/>
                      <a:pt x="1508592" y="0"/>
                      <a:pt x="969155" y="0"/>
                    </a:cubicBezTo>
                    <a:close/>
                  </a:path>
                </a:pathLst>
              </a:custGeom>
              <a:solidFill>
                <a:srgbClr val="9AABBC"/>
              </a:solidFill>
              <a:ln w="1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5" name="자유형: 도형 124">
                <a:extLst>
                  <a:ext uri="{FF2B5EF4-FFF2-40B4-BE49-F238E27FC236}">
                    <a16:creationId xmlns:a16="http://schemas.microsoft.com/office/drawing/2014/main" id="{3C190BA4-D59A-493C-AF1C-4630866E0906}"/>
                  </a:ext>
                </a:extLst>
              </p:cNvPr>
              <p:cNvSpPr/>
              <p:nvPr/>
            </p:nvSpPr>
            <p:spPr>
              <a:xfrm rot="2700000" flipV="1">
                <a:off x="415056" y="1552555"/>
                <a:ext cx="130129" cy="172265"/>
              </a:xfrm>
              <a:custGeom>
                <a:avLst/>
                <a:gdLst>
                  <a:gd name="connsiteX0" fmla="*/ 156599 w 1116063"/>
                  <a:gd name="connsiteY0" fmla="*/ 889996 h 1477450"/>
                  <a:gd name="connsiteX1" fmla="*/ 0 w 1116063"/>
                  <a:gd name="connsiteY1" fmla="*/ 889996 h 1477450"/>
                  <a:gd name="connsiteX2" fmla="*/ 552092 w 1116063"/>
                  <a:gd name="connsiteY2" fmla="*/ 1477450 h 1477450"/>
                  <a:gd name="connsiteX3" fmla="*/ 1116064 w 1116063"/>
                  <a:gd name="connsiteY3" fmla="*/ 738725 h 1477450"/>
                  <a:gd name="connsiteX4" fmla="*/ 552092 w 1116063"/>
                  <a:gd name="connsiteY4" fmla="*/ 0 h 1477450"/>
                  <a:gd name="connsiteX5" fmla="*/ 999 w 1116063"/>
                  <a:gd name="connsiteY5" fmla="*/ 581751 h 1477450"/>
                  <a:gd name="connsiteX6" fmla="*/ 158060 w 1116063"/>
                  <a:gd name="connsiteY6" fmla="*/ 581751 h 1477450"/>
                  <a:gd name="connsiteX7" fmla="*/ 496490 w 1116063"/>
                  <a:gd name="connsiteY7" fmla="*/ 268489 h 1477450"/>
                  <a:gd name="connsiteX8" fmla="*/ 855492 w 1116063"/>
                  <a:gd name="connsiteY8" fmla="*/ 738725 h 1477450"/>
                  <a:gd name="connsiteX9" fmla="*/ 496490 w 1116063"/>
                  <a:gd name="connsiteY9" fmla="*/ 1208962 h 1477450"/>
                  <a:gd name="connsiteX10" fmla="*/ 156599 w 1116063"/>
                  <a:gd name="connsiteY10" fmla="*/ 889996 h 14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16063" h="1477450">
                    <a:moveTo>
                      <a:pt x="156599" y="889996"/>
                    </a:moveTo>
                    <a:lnTo>
                      <a:pt x="0" y="889996"/>
                    </a:lnTo>
                    <a:cubicBezTo>
                      <a:pt x="53292" y="1225419"/>
                      <a:pt x="280208" y="1477450"/>
                      <a:pt x="552092" y="1477450"/>
                    </a:cubicBezTo>
                    <a:cubicBezTo>
                      <a:pt x="863570" y="1477450"/>
                      <a:pt x="1116064" y="1146711"/>
                      <a:pt x="1116064" y="738725"/>
                    </a:cubicBezTo>
                    <a:cubicBezTo>
                      <a:pt x="1116064" y="330739"/>
                      <a:pt x="863559" y="0"/>
                      <a:pt x="552092" y="0"/>
                    </a:cubicBezTo>
                    <a:cubicBezTo>
                      <a:pt x="281755" y="0"/>
                      <a:pt x="55967" y="249196"/>
                      <a:pt x="999" y="581751"/>
                    </a:cubicBezTo>
                    <a:lnTo>
                      <a:pt x="158060" y="581751"/>
                    </a:lnTo>
                    <a:cubicBezTo>
                      <a:pt x="207398" y="399253"/>
                      <a:pt x="340257" y="268489"/>
                      <a:pt x="496490" y="268489"/>
                    </a:cubicBezTo>
                    <a:cubicBezTo>
                      <a:pt x="694758" y="268489"/>
                      <a:pt x="855492" y="479024"/>
                      <a:pt x="855492" y="738725"/>
                    </a:cubicBezTo>
                    <a:cubicBezTo>
                      <a:pt x="855492" y="998427"/>
                      <a:pt x="694758" y="1208962"/>
                      <a:pt x="496490" y="1208962"/>
                    </a:cubicBezTo>
                    <a:cubicBezTo>
                      <a:pt x="338645" y="1208962"/>
                      <a:pt x="204702" y="1075459"/>
                      <a:pt x="156599" y="889996"/>
                    </a:cubicBezTo>
                    <a:close/>
                  </a:path>
                </a:pathLst>
              </a:custGeom>
              <a:solidFill>
                <a:srgbClr val="9AABBC"/>
              </a:solidFill>
              <a:ln w="107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126" name="자유형: 도형 125">
                <a:extLst>
                  <a:ext uri="{FF2B5EF4-FFF2-40B4-BE49-F238E27FC236}">
                    <a16:creationId xmlns:a16="http://schemas.microsoft.com/office/drawing/2014/main" id="{51154F56-9005-428E-91DB-74F18B26BBC7}"/>
                  </a:ext>
                </a:extLst>
              </p:cNvPr>
              <p:cNvSpPr/>
              <p:nvPr/>
            </p:nvSpPr>
            <p:spPr>
              <a:xfrm rot="2700000" flipV="1">
                <a:off x="454822" y="1604113"/>
                <a:ext cx="41308" cy="59861"/>
              </a:xfrm>
              <a:custGeom>
                <a:avLst/>
                <a:gdLst>
                  <a:gd name="connsiteX0" fmla="*/ 129389 w 354286"/>
                  <a:gd name="connsiteY0" fmla="*/ 406751 h 513409"/>
                  <a:gd name="connsiteX1" fmla="*/ 124415 w 354286"/>
                  <a:gd name="connsiteY1" fmla="*/ 407975 h 513409"/>
                  <a:gd name="connsiteX2" fmla="*/ 0 w 354286"/>
                  <a:gd name="connsiteY2" fmla="*/ 407975 h 513409"/>
                  <a:gd name="connsiteX3" fmla="*/ 158307 w 354286"/>
                  <a:gd name="connsiteY3" fmla="*/ 513409 h 513409"/>
                  <a:gd name="connsiteX4" fmla="*/ 354286 w 354286"/>
                  <a:gd name="connsiteY4" fmla="*/ 256705 h 513409"/>
                  <a:gd name="connsiteX5" fmla="*/ 158307 w 354286"/>
                  <a:gd name="connsiteY5" fmla="*/ 0 h 513409"/>
                  <a:gd name="connsiteX6" fmla="*/ 3287 w 354286"/>
                  <a:gd name="connsiteY6" fmla="*/ 99730 h 513409"/>
                  <a:gd name="connsiteX7" fmla="*/ 124415 w 354286"/>
                  <a:gd name="connsiteY7" fmla="*/ 99730 h 513409"/>
                  <a:gd name="connsiteX8" fmla="*/ 129378 w 354286"/>
                  <a:gd name="connsiteY8" fmla="*/ 100954 h 513409"/>
                  <a:gd name="connsiteX9" fmla="*/ 234254 w 354286"/>
                  <a:gd name="connsiteY9" fmla="*/ 253858 h 513409"/>
                  <a:gd name="connsiteX10" fmla="*/ 129389 w 354286"/>
                  <a:gd name="connsiteY10" fmla="*/ 406751 h 513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4286" h="513409">
                    <a:moveTo>
                      <a:pt x="129389" y="406751"/>
                    </a:moveTo>
                    <a:lnTo>
                      <a:pt x="124415" y="407975"/>
                    </a:lnTo>
                    <a:lnTo>
                      <a:pt x="0" y="407975"/>
                    </a:lnTo>
                    <a:cubicBezTo>
                      <a:pt x="35653" y="471869"/>
                      <a:pt x="93263" y="513409"/>
                      <a:pt x="158307" y="513409"/>
                    </a:cubicBezTo>
                    <a:cubicBezTo>
                      <a:pt x="266544" y="513409"/>
                      <a:pt x="354286" y="398479"/>
                      <a:pt x="354286" y="256705"/>
                    </a:cubicBezTo>
                    <a:cubicBezTo>
                      <a:pt x="354286" y="114930"/>
                      <a:pt x="266544" y="0"/>
                      <a:pt x="158307" y="0"/>
                    </a:cubicBezTo>
                    <a:cubicBezTo>
                      <a:pt x="95218" y="0"/>
                      <a:pt x="39134" y="39091"/>
                      <a:pt x="3287" y="99730"/>
                    </a:cubicBezTo>
                    <a:lnTo>
                      <a:pt x="124415" y="99730"/>
                    </a:lnTo>
                    <a:lnTo>
                      <a:pt x="129378" y="100954"/>
                    </a:lnTo>
                    <a:cubicBezTo>
                      <a:pt x="196549" y="117508"/>
                      <a:pt x="234254" y="180392"/>
                      <a:pt x="234254" y="253858"/>
                    </a:cubicBezTo>
                    <a:cubicBezTo>
                      <a:pt x="234264" y="327312"/>
                      <a:pt x="196559" y="390197"/>
                      <a:pt x="129389" y="406751"/>
                    </a:cubicBezTo>
                    <a:close/>
                  </a:path>
                </a:pathLst>
              </a:custGeom>
              <a:solidFill>
                <a:srgbClr val="9AABBC"/>
              </a:solidFill>
              <a:ln w="107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/>
              </a:p>
            </p:txBody>
          </p:sp>
          <p:sp>
            <p:nvSpPr>
              <p:cNvPr id="127" name="자유형: 도형 126">
                <a:extLst>
                  <a:ext uri="{FF2B5EF4-FFF2-40B4-BE49-F238E27FC236}">
                    <a16:creationId xmlns:a16="http://schemas.microsoft.com/office/drawing/2014/main" id="{7F92929D-85CE-4BE8-9A45-6772AF35A328}"/>
                  </a:ext>
                </a:extLst>
              </p:cNvPr>
              <p:cNvSpPr/>
              <p:nvPr/>
            </p:nvSpPr>
            <p:spPr>
              <a:xfrm rot="2700000" flipV="1">
                <a:off x="321564" y="1540677"/>
                <a:ext cx="181242" cy="61089"/>
              </a:xfrm>
              <a:custGeom>
                <a:avLst/>
                <a:gdLst>
                  <a:gd name="connsiteX0" fmla="*/ 1554439 w 1554439"/>
                  <a:gd name="connsiteY0" fmla="*/ 261968 h 523936"/>
                  <a:gd name="connsiteX1" fmla="*/ 1484218 w 1554439"/>
                  <a:gd name="connsiteY1" fmla="*/ 155546 h 523936"/>
                  <a:gd name="connsiteX2" fmla="*/ 792081 w 1554439"/>
                  <a:gd name="connsiteY2" fmla="*/ 155546 h 523936"/>
                  <a:gd name="connsiteX3" fmla="*/ 638372 w 1554439"/>
                  <a:gd name="connsiteY3" fmla="*/ 40745 h 523936"/>
                  <a:gd name="connsiteX4" fmla="*/ 517201 w 1554439"/>
                  <a:gd name="connsiteY4" fmla="*/ 0 h 523936"/>
                  <a:gd name="connsiteX5" fmla="*/ 0 w 1554439"/>
                  <a:gd name="connsiteY5" fmla="*/ 0 h 523936"/>
                  <a:gd name="connsiteX6" fmla="*/ 350784 w 1554439"/>
                  <a:gd name="connsiteY6" fmla="*/ 261968 h 523936"/>
                  <a:gd name="connsiteX7" fmla="*/ 0 w 1554439"/>
                  <a:gd name="connsiteY7" fmla="*/ 523936 h 523936"/>
                  <a:gd name="connsiteX8" fmla="*/ 517201 w 1554439"/>
                  <a:gd name="connsiteY8" fmla="*/ 523936 h 523936"/>
                  <a:gd name="connsiteX9" fmla="*/ 638372 w 1554439"/>
                  <a:gd name="connsiteY9" fmla="*/ 483181 h 523936"/>
                  <a:gd name="connsiteX10" fmla="*/ 792081 w 1554439"/>
                  <a:gd name="connsiteY10" fmla="*/ 368390 h 523936"/>
                  <a:gd name="connsiteX11" fmla="*/ 1484218 w 1554439"/>
                  <a:gd name="connsiteY11" fmla="*/ 368390 h 523936"/>
                  <a:gd name="connsiteX12" fmla="*/ 1554439 w 1554439"/>
                  <a:gd name="connsiteY12" fmla="*/ 261968 h 523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54439" h="523936">
                    <a:moveTo>
                      <a:pt x="1554439" y="261968"/>
                    </a:moveTo>
                    <a:cubicBezTo>
                      <a:pt x="1554439" y="210159"/>
                      <a:pt x="1529646" y="166750"/>
                      <a:pt x="1484218" y="155546"/>
                    </a:cubicBezTo>
                    <a:lnTo>
                      <a:pt x="792081" y="155546"/>
                    </a:lnTo>
                    <a:lnTo>
                      <a:pt x="638372" y="40745"/>
                    </a:lnTo>
                    <a:cubicBezTo>
                      <a:pt x="602859" y="14223"/>
                      <a:pt x="560556" y="0"/>
                      <a:pt x="517201" y="0"/>
                    </a:cubicBezTo>
                    <a:lnTo>
                      <a:pt x="0" y="0"/>
                    </a:lnTo>
                    <a:lnTo>
                      <a:pt x="350784" y="261968"/>
                    </a:lnTo>
                    <a:lnTo>
                      <a:pt x="0" y="523936"/>
                    </a:lnTo>
                    <a:lnTo>
                      <a:pt x="517201" y="523936"/>
                    </a:lnTo>
                    <a:cubicBezTo>
                      <a:pt x="560556" y="523936"/>
                      <a:pt x="602859" y="509714"/>
                      <a:pt x="638372" y="483181"/>
                    </a:cubicBezTo>
                    <a:lnTo>
                      <a:pt x="792081" y="368390"/>
                    </a:lnTo>
                    <a:lnTo>
                      <a:pt x="1484218" y="368390"/>
                    </a:lnTo>
                    <a:cubicBezTo>
                      <a:pt x="1529646" y="357186"/>
                      <a:pt x="1554439" y="313777"/>
                      <a:pt x="1554439" y="261968"/>
                    </a:cubicBezTo>
                    <a:close/>
                  </a:path>
                </a:pathLst>
              </a:custGeom>
              <a:solidFill>
                <a:srgbClr val="007CC8"/>
              </a:solidFill>
              <a:ln w="1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572F2F92-E461-4B18-98B4-631BCC9F7C75}"/>
                  </a:ext>
                </a:extLst>
              </p:cNvPr>
              <p:cNvSpPr/>
              <p:nvPr/>
            </p:nvSpPr>
            <p:spPr>
              <a:xfrm>
                <a:off x="272261" y="1701007"/>
                <a:ext cx="519526" cy="185388"/>
              </a:xfrm>
              <a:prstGeom prst="rect">
                <a:avLst/>
              </a:prstGeom>
              <a:solidFill>
                <a:srgbClr val="EDF0F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9" name="제목 1">
                <a:extLst>
                  <a:ext uri="{FF2B5EF4-FFF2-40B4-BE49-F238E27FC236}">
                    <a16:creationId xmlns:a16="http://schemas.microsoft.com/office/drawing/2014/main" id="{429B86B9-6FCB-4558-9947-DCFE8D7D42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2750" y="1607635"/>
                <a:ext cx="531877" cy="215444"/>
              </a:xfrm>
              <a:prstGeom prst="rect">
                <a:avLst/>
              </a:prstGeom>
            </p:spPr>
            <p:txBody>
              <a:bodyPr wrap="none" lIns="0" tIns="0" rIns="0" bIns="0" anchor="t">
                <a:spAutoFit/>
              </a:bodyPr>
              <a:lstStyle>
                <a:lvl1pPr algn="l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2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  <a:cs typeface="+mj-cs"/>
                  </a:defRPr>
                </a:lvl1pPr>
              </a:lstStyle>
              <a:p>
                <a:pPr algn="r" defTabSz="1006846" fontAlgn="auto">
                  <a:lnSpc>
                    <a:spcPct val="100000"/>
                  </a:lnSpc>
                  <a:spcAft>
                    <a:spcPts val="0"/>
                  </a:spcAft>
                  <a:defRPr/>
                </a:pPr>
                <a:r>
                  <a:rPr lang="en-US" altLang="ko-KR" sz="700" spc="30" baseline="0" dirty="0">
                    <a:ln>
                      <a:solidFill>
                        <a:srgbClr val="7BCED5">
                          <a:alpha val="0"/>
                        </a:srgbClr>
                      </a:solidFill>
                    </a:ln>
                    <a:solidFill>
                      <a:srgbClr val="233E6F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KEY</a:t>
                </a:r>
              </a:p>
              <a:p>
                <a:pPr algn="r" defTabSz="1006846" fontAlgn="auto">
                  <a:lnSpc>
                    <a:spcPct val="100000"/>
                  </a:lnSpc>
                  <a:spcAft>
                    <a:spcPts val="0"/>
                  </a:spcAft>
                  <a:defRPr/>
                </a:pPr>
                <a:r>
                  <a:rPr lang="en-US" altLang="ko-KR" sz="700" spc="30" baseline="0" dirty="0">
                    <a:ln>
                      <a:solidFill>
                        <a:srgbClr val="7BCED5">
                          <a:alpha val="0"/>
                        </a:srgbClr>
                      </a:solidFill>
                    </a:ln>
                    <a:solidFill>
                      <a:srgbClr val="233E6F"/>
                    </a:solidFill>
                    <a:latin typeface="G마켓 산스 TTF Medium" panose="02000000000000000000" pitchFamily="2" charset="-127"/>
                    <a:ea typeface="G마켓 산스 TTF Medium" panose="02000000000000000000" pitchFamily="2" charset="-127"/>
                  </a:rPr>
                  <a:t>MESSAGE</a:t>
                </a:r>
                <a:endParaRPr kumimoji="0" lang="ko-KR" altLang="en-US" sz="700" spc="30" baseline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233E6F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</a:endParaRPr>
              </a:p>
            </p:txBody>
          </p:sp>
        </p:grpSp>
        <p:sp>
          <p:nvSpPr>
            <p:cNvPr id="123" name="모서리가 둥근 직사각형 91">
              <a:extLst>
                <a:ext uri="{FF2B5EF4-FFF2-40B4-BE49-F238E27FC236}">
                  <a16:creationId xmlns:a16="http://schemas.microsoft.com/office/drawing/2014/main" id="{C0160706-2A85-4068-8678-7E84DFF6E9D2}"/>
                </a:ext>
              </a:extLst>
            </p:cNvPr>
            <p:cNvSpPr/>
            <p:nvPr/>
          </p:nvSpPr>
          <p:spPr>
            <a:xfrm flipH="1" flipV="1">
              <a:off x="-5464" y="1615277"/>
              <a:ext cx="876740" cy="7200"/>
            </a:xfrm>
            <a:prstGeom prst="roundRect">
              <a:avLst>
                <a:gd name="adj" fmla="val 0"/>
              </a:avLst>
            </a:prstGeom>
            <a:solidFill>
              <a:srgbClr val="758C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Rix고딕 M"/>
                <a:cs typeface="+mn-cs"/>
              </a:endParaRP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29B7B227-4688-4DF3-94CA-BCEE5E4F6716}"/>
              </a:ext>
            </a:extLst>
          </p:cNvPr>
          <p:cNvGrpSpPr/>
          <p:nvPr userDrawn="1"/>
        </p:nvGrpSpPr>
        <p:grpSpPr>
          <a:xfrm>
            <a:off x="0" y="2256767"/>
            <a:ext cx="7775575" cy="313807"/>
            <a:chOff x="0" y="2256767"/>
            <a:chExt cx="7775575" cy="313807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E3439256-C444-4F77-8EAE-1E7F8CA9C3C5}"/>
                </a:ext>
              </a:extLst>
            </p:cNvPr>
            <p:cNvSpPr/>
            <p:nvPr/>
          </p:nvSpPr>
          <p:spPr>
            <a:xfrm>
              <a:off x="0" y="2256767"/>
              <a:ext cx="7775575" cy="313807"/>
            </a:xfrm>
            <a:prstGeom prst="rect">
              <a:avLst/>
            </a:prstGeom>
            <a:solidFill>
              <a:srgbClr val="233E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6C5BEC43-4872-4576-85FB-C3CD1FAB344A}"/>
                </a:ext>
              </a:extLst>
            </p:cNvPr>
            <p:cNvGrpSpPr/>
            <p:nvPr/>
          </p:nvGrpSpPr>
          <p:grpSpPr>
            <a:xfrm>
              <a:off x="482162" y="2367052"/>
              <a:ext cx="285964" cy="92835"/>
              <a:chOff x="503787" y="2362646"/>
              <a:chExt cx="259967" cy="84395"/>
            </a:xfrm>
          </p:grpSpPr>
          <p:sp>
            <p:nvSpPr>
              <p:cNvPr id="133" name="이등변 삼각형 132">
                <a:extLst>
                  <a:ext uri="{FF2B5EF4-FFF2-40B4-BE49-F238E27FC236}">
                    <a16:creationId xmlns:a16="http://schemas.microsoft.com/office/drawing/2014/main" id="{1C0F0361-92BF-49A7-A29F-706B26CCCEB5}"/>
                  </a:ext>
                </a:extLst>
              </p:cNvPr>
              <p:cNvSpPr/>
              <p:nvPr/>
            </p:nvSpPr>
            <p:spPr bwMode="auto">
              <a:xfrm rot="5400000">
                <a:off x="489416" y="2377017"/>
                <a:ext cx="84395" cy="55653"/>
              </a:xfrm>
              <a:prstGeom prst="triangle">
                <a:avLst/>
              </a:prstGeom>
              <a:solidFill>
                <a:srgbClr val="1768B4"/>
              </a:solidFill>
              <a:ln w="6350" cap="rnd" cmpd="sng" algn="ctr">
                <a:noFill/>
                <a:prstDash val="solid"/>
                <a:headEnd type="none" w="sm" len="sm"/>
                <a:tailEnd type="none" w="sm" len="sm"/>
              </a:ln>
              <a:effectLst/>
            </p:spPr>
            <p:txBody>
              <a:bodyPr wrap="square" lIns="0" tIns="0" rIns="0" bIns="0" rtlCol="0" anchor="ctr" anchorCtr="0"/>
              <a:lstStyle/>
              <a:p>
                <a:pPr marL="0" marR="0" lvl="0" indent="0" algn="ctr" defTabSz="106766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err="1">
                  <a:ln>
                    <a:solidFill>
                      <a:prstClr val="black">
                        <a:lumMod val="50000"/>
                        <a:lumOff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  <p:sp>
            <p:nvSpPr>
              <p:cNvPr id="134" name="이등변 삼각형 133">
                <a:extLst>
                  <a:ext uri="{FF2B5EF4-FFF2-40B4-BE49-F238E27FC236}">
                    <a16:creationId xmlns:a16="http://schemas.microsoft.com/office/drawing/2014/main" id="{F3AC70F8-4F26-40E1-B176-A8CFB57E65BA}"/>
                  </a:ext>
                </a:extLst>
              </p:cNvPr>
              <p:cNvSpPr/>
              <p:nvPr/>
            </p:nvSpPr>
            <p:spPr bwMode="auto">
              <a:xfrm rot="5400000">
                <a:off x="591573" y="2377017"/>
                <a:ext cx="84395" cy="55653"/>
              </a:xfrm>
              <a:prstGeom prst="triangle">
                <a:avLst/>
              </a:prstGeom>
              <a:solidFill>
                <a:srgbClr val="0083CB"/>
              </a:solidFill>
              <a:ln w="6350" cap="rnd" cmpd="sng" algn="ctr">
                <a:noFill/>
                <a:prstDash val="solid"/>
                <a:headEnd type="none" w="sm" len="sm"/>
                <a:tailEnd type="none" w="sm" len="sm"/>
              </a:ln>
              <a:effectLst/>
            </p:spPr>
            <p:txBody>
              <a:bodyPr wrap="square" lIns="0" tIns="0" rIns="0" bIns="0" rtlCol="0" anchor="ctr" anchorCtr="0"/>
              <a:lstStyle/>
              <a:p>
                <a:pPr marL="0" marR="0" lvl="0" indent="0" algn="ctr" defTabSz="106766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err="1">
                  <a:ln>
                    <a:solidFill>
                      <a:prstClr val="black">
                        <a:lumMod val="50000"/>
                        <a:lumOff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  <p:sp>
            <p:nvSpPr>
              <p:cNvPr id="135" name="이등변 삼각형 134">
                <a:extLst>
                  <a:ext uri="{FF2B5EF4-FFF2-40B4-BE49-F238E27FC236}">
                    <a16:creationId xmlns:a16="http://schemas.microsoft.com/office/drawing/2014/main" id="{BE3358D1-038D-45C9-ABA9-FA74367DACEF}"/>
                  </a:ext>
                </a:extLst>
              </p:cNvPr>
              <p:cNvSpPr/>
              <p:nvPr/>
            </p:nvSpPr>
            <p:spPr bwMode="auto">
              <a:xfrm rot="5400000">
                <a:off x="693730" y="2377017"/>
                <a:ext cx="84395" cy="55653"/>
              </a:xfrm>
              <a:prstGeom prst="triangle">
                <a:avLst/>
              </a:prstGeom>
              <a:solidFill>
                <a:srgbClr val="00ACED"/>
              </a:solidFill>
              <a:ln w="6350" cap="rnd" cmpd="sng" algn="ctr">
                <a:noFill/>
                <a:prstDash val="solid"/>
                <a:headEnd type="none" w="sm" len="sm"/>
                <a:tailEnd type="none" w="sm" len="sm"/>
              </a:ln>
              <a:effectLst/>
            </p:spPr>
            <p:txBody>
              <a:bodyPr wrap="square" lIns="0" tIns="0" rIns="0" bIns="0" rtlCol="0" anchor="ctr" anchorCtr="0"/>
              <a:lstStyle/>
              <a:p>
                <a:pPr marL="0" marR="0" lvl="0" indent="0" algn="ctr" defTabSz="106766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err="1">
                  <a:ln>
                    <a:solidFill>
                      <a:prstClr val="black">
                        <a:lumMod val="50000"/>
                        <a:lumOff val="50000"/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Rix모던고딕 B" panose="02020603020101020101" pitchFamily="18" charset="-127"/>
                  <a:ea typeface="Rix모던고딕 B" panose="02020603020101020101" pitchFamily="18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E52B5052-0B68-45C9-9E6D-74A3537EA07A}"/>
              </a:ext>
            </a:extLst>
          </p:cNvPr>
          <p:cNvGrpSpPr/>
          <p:nvPr userDrawn="1"/>
        </p:nvGrpSpPr>
        <p:grpSpPr>
          <a:xfrm>
            <a:off x="-1800845" y="2213496"/>
            <a:ext cx="1731306" cy="8685344"/>
            <a:chOff x="-1800845" y="2213496"/>
            <a:chExt cx="1731306" cy="8685344"/>
          </a:xfrm>
        </p:grpSpPr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3F312BDC-E130-47A8-B311-89283E19E76B}"/>
                </a:ext>
              </a:extLst>
            </p:cNvPr>
            <p:cNvSpPr/>
            <p:nvPr userDrawn="1"/>
          </p:nvSpPr>
          <p:spPr>
            <a:xfrm>
              <a:off x="-1800845" y="2213496"/>
              <a:ext cx="1731306" cy="8685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02DA530C-B633-411A-812F-64410FCBA953}"/>
                </a:ext>
              </a:extLst>
            </p:cNvPr>
            <p:cNvSpPr/>
            <p:nvPr userDrawn="1"/>
          </p:nvSpPr>
          <p:spPr>
            <a:xfrm rot="16200000" flipV="1">
              <a:off x="-1037795" y="9817749"/>
              <a:ext cx="324000" cy="324000"/>
            </a:xfrm>
            <a:prstGeom prst="rect">
              <a:avLst/>
            </a:prstGeom>
            <a:solidFill>
              <a:srgbClr val="605344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1067531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Rix고딕 M"/>
                <a:ea typeface="Rix고딕 M"/>
                <a:cs typeface="+mn-cs"/>
              </a:endParaRPr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749BE1E5-F998-467E-B424-5C37EC60EECF}"/>
                </a:ext>
              </a:extLst>
            </p:cNvPr>
            <p:cNvSpPr/>
            <p:nvPr userDrawn="1"/>
          </p:nvSpPr>
          <p:spPr>
            <a:xfrm rot="16200000" flipV="1">
              <a:off x="-580975" y="9817749"/>
              <a:ext cx="324000" cy="324000"/>
            </a:xfrm>
            <a:prstGeom prst="rect">
              <a:avLst/>
            </a:prstGeom>
            <a:solidFill>
              <a:srgbClr val="565F6E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defTabSz="1067531" latinLnBrk="1">
                <a:defRPr/>
              </a:pPr>
              <a:endParaRPr lang="ko-KR" altLang="en-US" sz="2799" kern="0" dirty="0">
                <a:ln>
                  <a:solidFill>
                    <a:srgbClr val="B0A163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M"/>
                <a:ea typeface="Rix고딕 M"/>
              </a:endParaRPr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26B4CBB3-173E-46A8-9B7A-70485D1366AD}"/>
                </a:ext>
              </a:extLst>
            </p:cNvPr>
            <p:cNvSpPr/>
            <p:nvPr userDrawn="1"/>
          </p:nvSpPr>
          <p:spPr>
            <a:xfrm rot="16200000" flipV="1">
              <a:off x="-580975" y="8551089"/>
              <a:ext cx="324000" cy="324000"/>
            </a:xfrm>
            <a:prstGeom prst="rect">
              <a:avLst/>
            </a:prstGeom>
            <a:solidFill>
              <a:srgbClr val="DCDFE4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defTabSz="1067531"/>
              <a:endParaRPr lang="ko-KR" altLang="en-US" sz="2799" kern="0">
                <a:ln>
                  <a:solidFill>
                    <a:srgbClr val="B0A163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M"/>
                <a:ea typeface="Rix고딕 M"/>
              </a:endParaRPr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9B8F0367-9A07-462A-935E-CCBF59E3B2B3}"/>
                </a:ext>
              </a:extLst>
            </p:cNvPr>
            <p:cNvSpPr/>
            <p:nvPr userDrawn="1"/>
          </p:nvSpPr>
          <p:spPr>
            <a:xfrm rot="16200000" flipV="1">
              <a:off x="-580975" y="10134412"/>
              <a:ext cx="324000" cy="324000"/>
            </a:xfrm>
            <a:prstGeom prst="rect">
              <a:avLst/>
            </a:prstGeom>
            <a:solidFill>
              <a:srgbClr val="363B44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defTabSz="1067531" latinLnBrk="1">
                <a:defRPr/>
              </a:pPr>
              <a:endParaRPr lang="ko-KR" altLang="en-US" sz="2799" kern="0" dirty="0">
                <a:ln>
                  <a:solidFill>
                    <a:srgbClr val="B0A163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M"/>
                <a:ea typeface="Rix고딕 M"/>
              </a:endParaRPr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84521EEE-F324-4D23-A6AB-2AE08AD72BA7}"/>
                </a:ext>
              </a:extLst>
            </p:cNvPr>
            <p:cNvSpPr/>
            <p:nvPr userDrawn="1"/>
          </p:nvSpPr>
          <p:spPr>
            <a:xfrm rot="16200000" flipV="1">
              <a:off x="-580975" y="9501084"/>
              <a:ext cx="324000" cy="324000"/>
            </a:xfrm>
            <a:prstGeom prst="rect">
              <a:avLst/>
            </a:prstGeom>
            <a:solidFill>
              <a:srgbClr val="778395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defTabSz="1067531" latinLnBrk="1">
                <a:defRPr/>
              </a:pPr>
              <a:endParaRPr lang="ko-KR" altLang="en-US" sz="2799" kern="0" dirty="0">
                <a:ln>
                  <a:solidFill>
                    <a:srgbClr val="B0A163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M"/>
                <a:ea typeface="Rix고딕 M"/>
              </a:endParaRPr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B4D1FD47-A478-4D18-A72A-89F465D2B175}"/>
                </a:ext>
              </a:extLst>
            </p:cNvPr>
            <p:cNvSpPr/>
            <p:nvPr userDrawn="1"/>
          </p:nvSpPr>
          <p:spPr>
            <a:xfrm rot="16200000" flipV="1">
              <a:off x="-580975" y="9184419"/>
              <a:ext cx="324000" cy="324000"/>
            </a:xfrm>
            <a:prstGeom prst="rect">
              <a:avLst/>
            </a:prstGeom>
            <a:solidFill>
              <a:srgbClr val="9CA5B2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defTabSz="1067531" latinLnBrk="1">
                <a:defRPr/>
              </a:pPr>
              <a:endParaRPr lang="ko-KR" altLang="en-US" sz="2799" kern="0" dirty="0">
                <a:ln>
                  <a:solidFill>
                    <a:srgbClr val="B0A163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M"/>
                <a:ea typeface="Rix고딕 M"/>
              </a:endParaRPr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F3CA1E80-ABAF-449F-AC7E-7107AA9A6F60}"/>
                </a:ext>
              </a:extLst>
            </p:cNvPr>
            <p:cNvSpPr/>
            <p:nvPr userDrawn="1"/>
          </p:nvSpPr>
          <p:spPr>
            <a:xfrm rot="16200000" flipV="1">
              <a:off x="-580975" y="8867754"/>
              <a:ext cx="324000" cy="324000"/>
            </a:xfrm>
            <a:prstGeom prst="rect">
              <a:avLst/>
            </a:prstGeom>
            <a:solidFill>
              <a:srgbClr val="C4CAD2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defTabSz="1067531" latinLnBrk="1">
                <a:defRPr/>
              </a:pPr>
              <a:endParaRPr lang="ko-KR" altLang="en-US" sz="2799" kern="0" dirty="0">
                <a:ln>
                  <a:solidFill>
                    <a:srgbClr val="B0A163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M"/>
                <a:ea typeface="Rix고딕 M"/>
              </a:endParaRPr>
            </a:p>
          </p:txBody>
        </p:sp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75A5D4B8-E1C0-4867-A5BB-4A3601FB057E}"/>
                </a:ext>
              </a:extLst>
            </p:cNvPr>
            <p:cNvSpPr/>
            <p:nvPr userDrawn="1"/>
          </p:nvSpPr>
          <p:spPr>
            <a:xfrm rot="16200000" flipV="1">
              <a:off x="-580975" y="8234424"/>
              <a:ext cx="324000" cy="324000"/>
            </a:xfrm>
            <a:prstGeom prst="rect">
              <a:avLst/>
            </a:prstGeom>
            <a:solidFill>
              <a:srgbClr val="ECEEF0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defTabSz="1067531"/>
              <a:endParaRPr lang="ko-KR" altLang="en-US" sz="2799" kern="0">
                <a:ln>
                  <a:solidFill>
                    <a:srgbClr val="B0A163">
                      <a:alpha val="0"/>
                    </a:srgbClr>
                  </a:solidFill>
                </a:ln>
                <a:solidFill>
                  <a:prstClr val="white"/>
                </a:solidFill>
                <a:latin typeface="Rix고딕 M"/>
                <a:ea typeface="Rix고딕 M"/>
              </a:endParaRPr>
            </a:p>
          </p:txBody>
        </p:sp>
        <p:sp>
          <p:nvSpPr>
            <p:cNvPr id="228" name="직사각형 227">
              <a:extLst>
                <a:ext uri="{FF2B5EF4-FFF2-40B4-BE49-F238E27FC236}">
                  <a16:creationId xmlns:a16="http://schemas.microsoft.com/office/drawing/2014/main" id="{16BD9697-729C-40E5-80E6-CBC56E73A185}"/>
                </a:ext>
              </a:extLst>
            </p:cNvPr>
            <p:cNvSpPr/>
            <p:nvPr userDrawn="1"/>
          </p:nvSpPr>
          <p:spPr>
            <a:xfrm rot="16200000" flipV="1">
              <a:off x="-1037795" y="10134412"/>
              <a:ext cx="324000" cy="324000"/>
            </a:xfrm>
            <a:prstGeom prst="rect">
              <a:avLst/>
            </a:prstGeom>
            <a:solidFill>
              <a:srgbClr val="433E3A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1067531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Rix고딕 M"/>
                <a:ea typeface="Rix고딕 M"/>
                <a:cs typeface="+mn-cs"/>
              </a:endParaRPr>
            </a:p>
          </p:txBody>
        </p:sp>
        <p:sp>
          <p:nvSpPr>
            <p:cNvPr id="237" name="직사각형 236">
              <a:extLst>
                <a:ext uri="{FF2B5EF4-FFF2-40B4-BE49-F238E27FC236}">
                  <a16:creationId xmlns:a16="http://schemas.microsoft.com/office/drawing/2014/main" id="{2AE2548F-E60C-49E5-A0B3-B9EA91F59B7E}"/>
                </a:ext>
              </a:extLst>
            </p:cNvPr>
            <p:cNvSpPr/>
            <p:nvPr userDrawn="1"/>
          </p:nvSpPr>
          <p:spPr>
            <a:xfrm rot="16200000" flipV="1">
              <a:off x="-1037795" y="9501084"/>
              <a:ext cx="324000" cy="324000"/>
            </a:xfrm>
            <a:prstGeom prst="rect">
              <a:avLst/>
            </a:prstGeom>
            <a:solidFill>
              <a:srgbClr val="81705B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1067531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Rix고딕 M"/>
                <a:ea typeface="Rix고딕 M"/>
                <a:cs typeface="+mn-cs"/>
              </a:endParaRPr>
            </a:p>
          </p:txBody>
        </p:sp>
        <p:sp>
          <p:nvSpPr>
            <p:cNvPr id="238" name="직사각형 237">
              <a:extLst>
                <a:ext uri="{FF2B5EF4-FFF2-40B4-BE49-F238E27FC236}">
                  <a16:creationId xmlns:a16="http://schemas.microsoft.com/office/drawing/2014/main" id="{D4D5B06A-13F6-4BB3-9539-94A9AA89AA18}"/>
                </a:ext>
              </a:extLst>
            </p:cNvPr>
            <p:cNvSpPr/>
            <p:nvPr userDrawn="1"/>
          </p:nvSpPr>
          <p:spPr>
            <a:xfrm rot="16200000" flipV="1">
              <a:off x="-1037795" y="9184419"/>
              <a:ext cx="324000" cy="324000"/>
            </a:xfrm>
            <a:prstGeom prst="rect">
              <a:avLst/>
            </a:prstGeom>
            <a:solidFill>
              <a:srgbClr val="A5947F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1067531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Rix고딕 M"/>
                <a:ea typeface="Rix고딕 M"/>
                <a:cs typeface="+mn-cs"/>
              </a:endParaRPr>
            </a:p>
          </p:txBody>
        </p:sp>
        <p:sp>
          <p:nvSpPr>
            <p:cNvPr id="239" name="직사각형 238">
              <a:extLst>
                <a:ext uri="{FF2B5EF4-FFF2-40B4-BE49-F238E27FC236}">
                  <a16:creationId xmlns:a16="http://schemas.microsoft.com/office/drawing/2014/main" id="{EFF6253C-6AF9-47F8-92D4-D46FC38495B2}"/>
                </a:ext>
              </a:extLst>
            </p:cNvPr>
            <p:cNvSpPr/>
            <p:nvPr userDrawn="1"/>
          </p:nvSpPr>
          <p:spPr>
            <a:xfrm rot="16200000" flipV="1">
              <a:off x="-1037795" y="8867754"/>
              <a:ext cx="324000" cy="324000"/>
            </a:xfrm>
            <a:prstGeom prst="rect">
              <a:avLst/>
            </a:prstGeom>
            <a:solidFill>
              <a:srgbClr val="C7BDB1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1067531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Rix고딕 M"/>
                <a:ea typeface="Rix고딕 M"/>
                <a:cs typeface="+mn-cs"/>
              </a:endParaRPr>
            </a:p>
          </p:txBody>
        </p:sp>
        <p:sp>
          <p:nvSpPr>
            <p:cNvPr id="240" name="직사각형 239">
              <a:extLst>
                <a:ext uri="{FF2B5EF4-FFF2-40B4-BE49-F238E27FC236}">
                  <a16:creationId xmlns:a16="http://schemas.microsoft.com/office/drawing/2014/main" id="{AD3315AE-A736-4C72-A491-2231CE9F2B43}"/>
                </a:ext>
              </a:extLst>
            </p:cNvPr>
            <p:cNvSpPr/>
            <p:nvPr userDrawn="1"/>
          </p:nvSpPr>
          <p:spPr>
            <a:xfrm rot="16200000" flipV="1">
              <a:off x="-1037795" y="8551089"/>
              <a:ext cx="324000" cy="324000"/>
            </a:xfrm>
            <a:prstGeom prst="rect">
              <a:avLst/>
            </a:prstGeom>
            <a:solidFill>
              <a:srgbClr val="DCD6CE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1067531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Rix고딕 M"/>
                <a:ea typeface="Rix고딕 M"/>
                <a:cs typeface="+mn-cs"/>
              </a:endParaRPr>
            </a:p>
          </p:txBody>
        </p:sp>
        <p:sp>
          <p:nvSpPr>
            <p:cNvPr id="241" name="직사각형 240">
              <a:extLst>
                <a:ext uri="{FF2B5EF4-FFF2-40B4-BE49-F238E27FC236}">
                  <a16:creationId xmlns:a16="http://schemas.microsoft.com/office/drawing/2014/main" id="{06E065E3-B546-4D52-B80E-6B2190DB7C6D}"/>
                </a:ext>
              </a:extLst>
            </p:cNvPr>
            <p:cNvSpPr/>
            <p:nvPr userDrawn="1"/>
          </p:nvSpPr>
          <p:spPr>
            <a:xfrm rot="16200000" flipV="1">
              <a:off x="-1037795" y="8234424"/>
              <a:ext cx="324000" cy="324000"/>
            </a:xfrm>
            <a:prstGeom prst="rect">
              <a:avLst/>
            </a:prstGeom>
            <a:solidFill>
              <a:srgbClr val="EEEBE6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l" defTabSz="1067531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99" b="0" i="0" u="none" strike="noStrike" kern="0" cap="none" spc="0" normalizeH="0" baseline="0" noProof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Rix고딕 M"/>
                <a:ea typeface="Rix고딕 M"/>
                <a:cs typeface="+mn-cs"/>
              </a:endParaRP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B3144C76-A8A1-4570-ABB0-CD4C0D9B4CB5}"/>
                </a:ext>
              </a:extLst>
            </p:cNvPr>
            <p:cNvSpPr/>
            <p:nvPr userDrawn="1"/>
          </p:nvSpPr>
          <p:spPr>
            <a:xfrm rot="16200000" flipV="1">
              <a:off x="-1037795" y="4817006"/>
              <a:ext cx="324000" cy="324000"/>
            </a:xfrm>
            <a:prstGeom prst="rect">
              <a:avLst/>
            </a:prstGeom>
            <a:solidFill>
              <a:srgbClr val="C67810"/>
            </a:solidFill>
            <a:ln w="4445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</a:pPr>
              <a:endParaRPr lang="ko-KR" altLang="en-US" sz="1100" b="1" spc="-50" dirty="0">
                <a:ln>
                  <a:solidFill>
                    <a:srgbClr val="A6BAD2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96E4273C-B811-4B95-B2B3-1C1158B7D9BF}"/>
                </a:ext>
              </a:extLst>
            </p:cNvPr>
            <p:cNvGrpSpPr/>
            <p:nvPr userDrawn="1"/>
          </p:nvGrpSpPr>
          <p:grpSpPr>
            <a:xfrm>
              <a:off x="-1577855" y="5534124"/>
              <a:ext cx="324000" cy="2223988"/>
              <a:chOff x="-1548781" y="5124640"/>
              <a:chExt cx="324000" cy="2223988"/>
            </a:xfrm>
          </p:grpSpPr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44382DC8-2857-4B0A-96CD-FA7D41CCE331}"/>
                  </a:ext>
                </a:extLst>
              </p:cNvPr>
              <p:cNvSpPr/>
              <p:nvPr userDrawn="1"/>
            </p:nvSpPr>
            <p:spPr bwMode="auto">
              <a:xfrm flipV="1">
                <a:off x="-1548781" y="7024628"/>
                <a:ext cx="324000" cy="324000"/>
              </a:xfrm>
              <a:prstGeom prst="rect">
                <a:avLst/>
              </a:prstGeom>
              <a:solidFill>
                <a:srgbClr val="232323"/>
              </a:solidFill>
              <a:ln w="19050">
                <a:noFill/>
                <a:miter lim="800000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060112"/>
                <a:endParaRPr lang="ko-KR" altLang="en-US" sz="7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Pretendard" panose="02000803000000020004" pitchFamily="2" charset="-127"/>
                  <a:ea typeface="Pretendard" panose="02000803000000020004" pitchFamily="2" charset="-127"/>
                </a:endParaRPr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95CA77D1-0922-4509-9652-369023994D68}"/>
                  </a:ext>
                </a:extLst>
              </p:cNvPr>
              <p:cNvSpPr/>
              <p:nvPr userDrawn="1"/>
            </p:nvSpPr>
            <p:spPr bwMode="auto">
              <a:xfrm flipV="1">
                <a:off x="-1548781" y="6707965"/>
                <a:ext cx="324000" cy="324000"/>
              </a:xfrm>
              <a:prstGeom prst="rect">
                <a:avLst/>
              </a:prstGeom>
              <a:solidFill>
                <a:srgbClr val="474747"/>
              </a:solidFill>
              <a:ln w="19050">
                <a:noFill/>
                <a:miter lim="800000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060112"/>
                <a:endParaRPr lang="ko-KR" altLang="en-US" sz="7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Pretendard" panose="02000803000000020004" pitchFamily="2" charset="-127"/>
                  <a:ea typeface="Pretendard" panose="02000803000000020004" pitchFamily="2" charset="-127"/>
                </a:endParaRPr>
              </a:p>
            </p:txBody>
          </p:sp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41D88CF4-3C32-4525-BE51-B7E55680189F}"/>
                  </a:ext>
                </a:extLst>
              </p:cNvPr>
              <p:cNvSpPr/>
              <p:nvPr userDrawn="1"/>
            </p:nvSpPr>
            <p:spPr bwMode="auto">
              <a:xfrm flipV="1">
                <a:off x="-1548781" y="6391300"/>
                <a:ext cx="324000" cy="324000"/>
              </a:xfrm>
              <a:prstGeom prst="rect">
                <a:avLst/>
              </a:prstGeom>
              <a:solidFill>
                <a:srgbClr val="717171"/>
              </a:solidFill>
              <a:ln w="19050">
                <a:noFill/>
                <a:miter lim="800000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060112"/>
                <a:endParaRPr lang="ko-KR" altLang="en-US" sz="7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Pretendard" panose="02000803000000020004" pitchFamily="2" charset="-127"/>
                  <a:ea typeface="Pretendard" panose="02000803000000020004" pitchFamily="2" charset="-127"/>
                </a:endParaRPr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1DB8EF48-85BE-44DC-BC69-D199298E024C}"/>
                  </a:ext>
                </a:extLst>
              </p:cNvPr>
              <p:cNvSpPr/>
              <p:nvPr userDrawn="1"/>
            </p:nvSpPr>
            <p:spPr bwMode="auto">
              <a:xfrm flipV="1">
                <a:off x="-1548781" y="6074635"/>
                <a:ext cx="324000" cy="324000"/>
              </a:xfrm>
              <a:prstGeom prst="rect">
                <a:avLst/>
              </a:prstGeom>
              <a:solidFill>
                <a:srgbClr val="949494"/>
              </a:solidFill>
              <a:ln w="19050">
                <a:noFill/>
                <a:miter lim="800000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060112"/>
                <a:endParaRPr lang="ko-KR" altLang="en-US" sz="7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Pretendard" panose="02000803000000020004" pitchFamily="2" charset="-127"/>
                  <a:ea typeface="Pretendard" panose="02000803000000020004" pitchFamily="2" charset="-127"/>
                </a:endParaRPr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3733057D-5A1F-4713-92F3-07DDD532FC47}"/>
                  </a:ext>
                </a:extLst>
              </p:cNvPr>
              <p:cNvSpPr/>
              <p:nvPr userDrawn="1"/>
            </p:nvSpPr>
            <p:spPr bwMode="auto">
              <a:xfrm flipV="1">
                <a:off x="-1548781" y="5757970"/>
                <a:ext cx="324000" cy="324000"/>
              </a:xfrm>
              <a:prstGeom prst="rect">
                <a:avLst/>
              </a:prstGeom>
              <a:solidFill>
                <a:srgbClr val="C5C5C5"/>
              </a:solidFill>
              <a:ln w="19050">
                <a:noFill/>
                <a:miter lim="800000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060112" fontAlgn="base">
                  <a:spcBef>
                    <a:spcPct val="0"/>
                  </a:spcBef>
                  <a:spcAft>
                    <a:spcPct val="0"/>
                  </a:spcAft>
                </a:pPr>
                <a:endParaRPr lang="ko-KR" altLang="en-US" sz="7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Pretendard" panose="02000803000000020004" pitchFamily="2" charset="-127"/>
                  <a:ea typeface="Pretendard" panose="02000803000000020004" pitchFamily="2" charset="-127"/>
                </a:endParaRP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962700B7-4CC7-43C9-A2E1-DA83ABD4F076}"/>
                  </a:ext>
                </a:extLst>
              </p:cNvPr>
              <p:cNvSpPr/>
              <p:nvPr userDrawn="1"/>
            </p:nvSpPr>
            <p:spPr bwMode="auto">
              <a:xfrm flipV="1">
                <a:off x="-1548781" y="5441305"/>
                <a:ext cx="324000" cy="324000"/>
              </a:xfrm>
              <a:prstGeom prst="rect">
                <a:avLst/>
              </a:prstGeom>
              <a:solidFill>
                <a:srgbClr val="D7D7D7"/>
              </a:solidFill>
              <a:ln w="19050">
                <a:noFill/>
                <a:miter lim="800000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060112"/>
                <a:endParaRPr lang="ko-KR" altLang="en-US" sz="7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Pretendard" panose="02000803000000020004" pitchFamily="2" charset="-127"/>
                  <a:ea typeface="Pretendard" panose="02000803000000020004" pitchFamily="2" charset="-127"/>
                </a:endParaRPr>
              </a:p>
            </p:txBody>
          </p:sp>
          <p:sp>
            <p:nvSpPr>
              <p:cNvPr id="116" name="직사각형 115">
                <a:extLst>
                  <a:ext uri="{FF2B5EF4-FFF2-40B4-BE49-F238E27FC236}">
                    <a16:creationId xmlns:a16="http://schemas.microsoft.com/office/drawing/2014/main" id="{4B793477-2780-4B75-A544-275D47C91519}"/>
                  </a:ext>
                </a:extLst>
              </p:cNvPr>
              <p:cNvSpPr/>
              <p:nvPr userDrawn="1"/>
            </p:nvSpPr>
            <p:spPr bwMode="auto">
              <a:xfrm flipV="1">
                <a:off x="-1548781" y="5124640"/>
                <a:ext cx="324000" cy="324000"/>
              </a:xfrm>
              <a:prstGeom prst="rect">
                <a:avLst/>
              </a:prstGeom>
              <a:solidFill>
                <a:srgbClr val="ECECEC"/>
              </a:solidFill>
              <a:ln w="19050">
                <a:noFill/>
                <a:miter lim="800000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060112"/>
                <a:endParaRPr lang="ko-KR" altLang="en-US" sz="7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Pretendard" panose="02000803000000020004" pitchFamily="2" charset="-127"/>
                  <a:ea typeface="Pretendard" panose="02000803000000020004" pitchFamily="2" charset="-127"/>
                </a:endParaRPr>
              </a:p>
            </p:txBody>
          </p:sp>
        </p:grp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225D4EC0-14AD-4496-97F1-1B458461464B}"/>
                </a:ext>
              </a:extLst>
            </p:cNvPr>
            <p:cNvGrpSpPr/>
            <p:nvPr userDrawn="1"/>
          </p:nvGrpSpPr>
          <p:grpSpPr>
            <a:xfrm>
              <a:off x="-576673" y="5534124"/>
              <a:ext cx="324000" cy="2223988"/>
              <a:chOff x="-547599" y="5124640"/>
              <a:chExt cx="324000" cy="2223988"/>
            </a:xfrm>
          </p:grpSpPr>
          <p:sp>
            <p:nvSpPr>
              <p:cNvPr id="118" name="모서리가 둥근 직사각형 444">
                <a:extLst>
                  <a:ext uri="{FF2B5EF4-FFF2-40B4-BE49-F238E27FC236}">
                    <a16:creationId xmlns:a16="http://schemas.microsoft.com/office/drawing/2014/main" id="{6DDA4CEF-7C11-4EB5-902F-EC0F3F1EC36C}"/>
                  </a:ext>
                </a:extLst>
              </p:cNvPr>
              <p:cNvSpPr/>
              <p:nvPr userDrawn="1"/>
            </p:nvSpPr>
            <p:spPr>
              <a:xfrm rot="16200000" flipV="1">
                <a:off x="-547599" y="6391300"/>
                <a:ext cx="324000" cy="324000"/>
              </a:xfrm>
              <a:prstGeom prst="rect">
                <a:avLst/>
              </a:prstGeom>
              <a:solidFill>
                <a:srgbClr val="5388B9"/>
              </a:solidFill>
              <a:ln w="63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067277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200" b="0" i="0" u="none" strike="noStrike" kern="0" cap="none" spc="0" normalizeH="0" baseline="0" noProof="0" dirty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Rix모던고딕 M"/>
                  <a:ea typeface="Rix모던고딕 M"/>
                  <a:cs typeface="+mn-cs"/>
                </a:endParaRPr>
              </a:p>
            </p:txBody>
          </p:sp>
          <p:sp>
            <p:nvSpPr>
              <p:cNvPr id="119" name="모서리가 둥근 직사각형 444">
                <a:extLst>
                  <a:ext uri="{FF2B5EF4-FFF2-40B4-BE49-F238E27FC236}">
                    <a16:creationId xmlns:a16="http://schemas.microsoft.com/office/drawing/2014/main" id="{ABBB3C4B-3207-4128-8E91-620B0A20FB17}"/>
                  </a:ext>
                </a:extLst>
              </p:cNvPr>
              <p:cNvSpPr/>
              <p:nvPr userDrawn="1"/>
            </p:nvSpPr>
            <p:spPr>
              <a:xfrm rot="16200000" flipV="1">
                <a:off x="-547599" y="6707965"/>
                <a:ext cx="324000" cy="324000"/>
              </a:xfrm>
              <a:prstGeom prst="rect">
                <a:avLst/>
              </a:prstGeom>
              <a:solidFill>
                <a:srgbClr val="355A83"/>
              </a:solidFill>
              <a:ln w="6350" cap="flat" cmpd="sng" algn="ctr">
                <a:noFill/>
                <a:prstDash val="solid"/>
              </a:ln>
              <a:effectLst/>
            </p:spPr>
            <p:txBody>
              <a:bodyPr lIns="0" tIns="0" rIns="0" bIns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0" indent="-159592" defTabSz="914236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213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100" b="0" i="0" u="none" strike="noStrike" kern="0" cap="none" spc="0" normalizeH="0" baseline="0" noProof="0" dirty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99000">
                        <a:prstClr val="whit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Rix모던고딕 M"/>
                  <a:ea typeface="Rix모던고딕 M"/>
                </a:endParaRPr>
              </a:p>
            </p:txBody>
          </p:sp>
          <p:sp>
            <p:nvSpPr>
              <p:cNvPr id="120" name="모서리가 둥근 직사각형 444">
                <a:extLst>
                  <a:ext uri="{FF2B5EF4-FFF2-40B4-BE49-F238E27FC236}">
                    <a16:creationId xmlns:a16="http://schemas.microsoft.com/office/drawing/2014/main" id="{1702A6BE-FB35-4075-94A1-C948097538DC}"/>
                  </a:ext>
                </a:extLst>
              </p:cNvPr>
              <p:cNvSpPr/>
              <p:nvPr userDrawn="1"/>
            </p:nvSpPr>
            <p:spPr>
              <a:xfrm rot="16200000" flipV="1">
                <a:off x="-547599" y="5757970"/>
                <a:ext cx="324000" cy="324000"/>
              </a:xfrm>
              <a:prstGeom prst="rect">
                <a:avLst/>
              </a:prstGeom>
              <a:solidFill>
                <a:srgbClr val="ACC4DE"/>
              </a:solidFill>
              <a:ln w="63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067277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200" b="0" i="0" u="none" strike="noStrike" kern="0" cap="none" spc="0" normalizeH="0" baseline="0" noProof="0" dirty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Rix모던고딕 M"/>
                  <a:ea typeface="Rix모던고딕 M"/>
                  <a:cs typeface="+mn-cs"/>
                </a:endParaRPr>
              </a:p>
            </p:txBody>
          </p:sp>
          <p:sp>
            <p:nvSpPr>
              <p:cNvPr id="121" name="모서리가 둥근 직사각형 444">
                <a:extLst>
                  <a:ext uri="{FF2B5EF4-FFF2-40B4-BE49-F238E27FC236}">
                    <a16:creationId xmlns:a16="http://schemas.microsoft.com/office/drawing/2014/main" id="{A6D5B076-1EE8-4B90-BEA5-BDEAA0C724F7}"/>
                  </a:ext>
                </a:extLst>
              </p:cNvPr>
              <p:cNvSpPr/>
              <p:nvPr userDrawn="1"/>
            </p:nvSpPr>
            <p:spPr>
              <a:xfrm rot="16200000" flipV="1">
                <a:off x="-547599" y="7024628"/>
                <a:ext cx="324000" cy="324000"/>
              </a:xfrm>
              <a:prstGeom prst="rect">
                <a:avLst/>
              </a:prstGeom>
              <a:solidFill>
                <a:srgbClr val="213953"/>
              </a:solidFill>
              <a:ln w="6350" cap="flat" cmpd="sng" algn="ctr">
                <a:noFill/>
                <a:prstDash val="solid"/>
              </a:ln>
              <a:effectLst/>
            </p:spPr>
            <p:txBody>
              <a:bodyPr lIns="0" tIns="0" rIns="0" bIns="0" anchor="ctr"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marL="0" marR="0" lvl="0" indent="-159592" defTabSz="914236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213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100" b="0" i="0" u="none" strike="noStrike" kern="0" cap="none" spc="0" normalizeH="0" baseline="0" noProof="0" dirty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99000">
                        <a:prstClr val="whit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Rix모던고딕 M"/>
                  <a:ea typeface="Rix모던고딕 M"/>
                </a:endParaRPr>
              </a:p>
            </p:txBody>
          </p:sp>
          <p:sp>
            <p:nvSpPr>
              <p:cNvPr id="136" name="모서리가 둥근 직사각형 444">
                <a:extLst>
                  <a:ext uri="{FF2B5EF4-FFF2-40B4-BE49-F238E27FC236}">
                    <a16:creationId xmlns:a16="http://schemas.microsoft.com/office/drawing/2014/main" id="{D0C18DC9-EC54-4C43-8DBB-4CFA20FC6C8D}"/>
                  </a:ext>
                </a:extLst>
              </p:cNvPr>
              <p:cNvSpPr/>
              <p:nvPr userDrawn="1"/>
            </p:nvSpPr>
            <p:spPr>
              <a:xfrm rot="16200000" flipV="1">
                <a:off x="-547599" y="6074635"/>
                <a:ext cx="324000" cy="324000"/>
              </a:xfrm>
              <a:prstGeom prst="rect">
                <a:avLst/>
              </a:prstGeom>
              <a:solidFill>
                <a:srgbClr val="84ABCE"/>
              </a:solidFill>
              <a:ln w="63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067277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200" b="0" i="0" u="none" strike="noStrike" kern="0" cap="none" spc="0" normalizeH="0" baseline="0" noProof="0" dirty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Rix모던고딕 M"/>
                  <a:ea typeface="Rix모던고딕 M"/>
                  <a:cs typeface="+mn-cs"/>
                </a:endParaRPr>
              </a:p>
            </p:txBody>
          </p:sp>
          <p:sp>
            <p:nvSpPr>
              <p:cNvPr id="137" name="모서리가 둥근 직사각형 444">
                <a:extLst>
                  <a:ext uri="{FF2B5EF4-FFF2-40B4-BE49-F238E27FC236}">
                    <a16:creationId xmlns:a16="http://schemas.microsoft.com/office/drawing/2014/main" id="{A687EFAB-BD1F-42B2-91B7-1636C4F29314}"/>
                  </a:ext>
                </a:extLst>
              </p:cNvPr>
              <p:cNvSpPr/>
              <p:nvPr userDrawn="1"/>
            </p:nvSpPr>
            <p:spPr>
              <a:xfrm rot="16200000" flipV="1">
                <a:off x="-547599" y="5441305"/>
                <a:ext cx="324000" cy="324000"/>
              </a:xfrm>
              <a:prstGeom prst="rect">
                <a:avLst/>
              </a:prstGeom>
              <a:solidFill>
                <a:srgbClr val="C9D6E5"/>
              </a:solidFill>
              <a:ln w="63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067277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200" b="0" i="0" u="none" strike="noStrike" kern="0" cap="none" spc="0" normalizeH="0" baseline="0" noProof="0" dirty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Rix모던고딕 M"/>
                  <a:ea typeface="Rix모던고딕 M"/>
                  <a:cs typeface="+mn-cs"/>
                </a:endParaRPr>
              </a:p>
            </p:txBody>
          </p:sp>
          <p:sp>
            <p:nvSpPr>
              <p:cNvPr id="138" name="모서리가 둥근 직사각형 444">
                <a:extLst>
                  <a:ext uri="{FF2B5EF4-FFF2-40B4-BE49-F238E27FC236}">
                    <a16:creationId xmlns:a16="http://schemas.microsoft.com/office/drawing/2014/main" id="{21BDCC74-2A84-4024-9794-106FB92A5897}"/>
                  </a:ext>
                </a:extLst>
              </p:cNvPr>
              <p:cNvSpPr/>
              <p:nvPr userDrawn="1"/>
            </p:nvSpPr>
            <p:spPr>
              <a:xfrm rot="16200000" flipV="1">
                <a:off x="-547599" y="5124640"/>
                <a:ext cx="324000" cy="324000"/>
              </a:xfrm>
              <a:prstGeom prst="rect">
                <a:avLst/>
              </a:prstGeom>
              <a:solidFill>
                <a:srgbClr val="E5EBF3"/>
              </a:solidFill>
              <a:ln w="63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1067277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200" b="0" i="0" u="none" strike="noStrike" kern="0" cap="none" spc="0" normalizeH="0" baseline="0" noProof="0" dirty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Rix모던고딕 M"/>
                  <a:ea typeface="Rix모던고딕 M"/>
                  <a:cs typeface="+mn-cs"/>
                </a:endParaRPr>
              </a:p>
            </p:txBody>
          </p:sp>
        </p:grp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5FF7A5EA-A1C6-4E53-8DDA-122328A3B2C4}"/>
                </a:ext>
              </a:extLst>
            </p:cNvPr>
            <p:cNvGrpSpPr/>
            <p:nvPr userDrawn="1"/>
          </p:nvGrpSpPr>
          <p:grpSpPr>
            <a:xfrm>
              <a:off x="-1037795" y="5534124"/>
              <a:ext cx="324000" cy="2223988"/>
              <a:chOff x="-1008721" y="5124640"/>
              <a:chExt cx="324000" cy="2223988"/>
            </a:xfrm>
          </p:grpSpPr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3CA75E24-CDA9-4C35-9761-41EEC431A62F}"/>
                  </a:ext>
                </a:extLst>
              </p:cNvPr>
              <p:cNvSpPr/>
              <p:nvPr userDrawn="1"/>
            </p:nvSpPr>
            <p:spPr>
              <a:xfrm rot="16200000" flipV="1">
                <a:off x="-1008721" y="6074635"/>
                <a:ext cx="324000" cy="324000"/>
              </a:xfrm>
              <a:prstGeom prst="rect">
                <a:avLst/>
              </a:prstGeom>
              <a:solidFill>
                <a:srgbClr val="BD9768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l" defTabSz="1067531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99" b="0" i="0" u="none" strike="noStrike" kern="0" cap="none" spc="0" normalizeH="0" baseline="0" noProof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Rix고딕 M"/>
                  <a:ea typeface="Rix고딕 M"/>
                  <a:cs typeface="+mn-cs"/>
                </a:endParaRPr>
              </a:p>
            </p:txBody>
          </p:sp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7CB9EE01-4A14-4C14-B393-C033EE5DD8D9}"/>
                  </a:ext>
                </a:extLst>
              </p:cNvPr>
              <p:cNvSpPr/>
              <p:nvPr userDrawn="1"/>
            </p:nvSpPr>
            <p:spPr>
              <a:xfrm rot="16200000" flipV="1">
                <a:off x="-1008721" y="5124640"/>
                <a:ext cx="324000" cy="324000"/>
              </a:xfrm>
              <a:prstGeom prst="rect">
                <a:avLst/>
              </a:prstGeom>
              <a:solidFill>
                <a:srgbClr val="F5F3E7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l" defTabSz="1067531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99" b="0" i="0" u="none" strike="noStrike" kern="0" cap="none" spc="0" normalizeH="0" baseline="0" noProof="0" dirty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Rix고딕 M"/>
                  <a:ea typeface="Rix고딕 M"/>
                  <a:cs typeface="+mn-cs"/>
                </a:endParaRPr>
              </a:p>
            </p:txBody>
          </p:sp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E3A68B00-8F6A-4C20-B0DD-4F13026B934B}"/>
                  </a:ext>
                </a:extLst>
              </p:cNvPr>
              <p:cNvSpPr/>
              <p:nvPr userDrawn="1"/>
            </p:nvSpPr>
            <p:spPr>
              <a:xfrm rot="16200000" flipV="1">
                <a:off x="-1008721" y="7024628"/>
                <a:ext cx="324000" cy="324000"/>
              </a:xfrm>
              <a:prstGeom prst="rect">
                <a:avLst/>
              </a:prstGeom>
              <a:solidFill>
                <a:srgbClr val="40301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defTabSz="1067531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2799" kern="0" dirty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Rix고딕 M"/>
                  <a:ea typeface="Rix고딕 M"/>
                </a:endParaRPr>
              </a:p>
            </p:txBody>
          </p:sp>
          <p:sp>
            <p:nvSpPr>
              <p:cNvPr id="143" name="직사각형 142">
                <a:extLst>
                  <a:ext uri="{FF2B5EF4-FFF2-40B4-BE49-F238E27FC236}">
                    <a16:creationId xmlns:a16="http://schemas.microsoft.com/office/drawing/2014/main" id="{CA6B62F0-3E0F-43B1-BD6D-3B2DD1073FF6}"/>
                  </a:ext>
                </a:extLst>
              </p:cNvPr>
              <p:cNvSpPr/>
              <p:nvPr userDrawn="1"/>
            </p:nvSpPr>
            <p:spPr>
              <a:xfrm rot="16200000" flipV="1">
                <a:off x="-1008721" y="6391300"/>
                <a:ext cx="324000" cy="324000"/>
              </a:xfrm>
              <a:prstGeom prst="rect">
                <a:avLst/>
              </a:prstGeom>
              <a:solidFill>
                <a:srgbClr val="956F4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l" defTabSz="1067531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99" b="0" i="0" u="none" strike="noStrike" kern="0" cap="none" spc="0" normalizeH="0" baseline="0" noProof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Rix고딕 M"/>
                  <a:ea typeface="Rix고딕 M"/>
                  <a:cs typeface="+mn-cs"/>
                </a:endParaRPr>
              </a:p>
            </p:txBody>
          </p:sp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374DF0A8-4064-44E2-AB09-F5E92B340E32}"/>
                  </a:ext>
                </a:extLst>
              </p:cNvPr>
              <p:cNvSpPr/>
              <p:nvPr userDrawn="1"/>
            </p:nvSpPr>
            <p:spPr>
              <a:xfrm rot="16200000" flipV="1">
                <a:off x="-1008721" y="6707965"/>
                <a:ext cx="324000" cy="324000"/>
              </a:xfrm>
              <a:prstGeom prst="rect">
                <a:avLst/>
              </a:prstGeom>
              <a:solidFill>
                <a:srgbClr val="6B502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l" defTabSz="1067531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99" b="0" i="0" u="none" strike="noStrike" kern="0" cap="none" spc="0" normalizeH="0" baseline="0" noProof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Rix고딕 M"/>
                  <a:ea typeface="Rix고딕 M"/>
                  <a:cs typeface="+mn-cs"/>
                </a:endParaRPr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9F641F63-3345-4704-9028-CD60D7C4B4DF}"/>
                  </a:ext>
                </a:extLst>
              </p:cNvPr>
              <p:cNvSpPr/>
              <p:nvPr userDrawn="1"/>
            </p:nvSpPr>
            <p:spPr>
              <a:xfrm rot="16200000" flipV="1">
                <a:off x="-1008721" y="5757970"/>
                <a:ext cx="324000" cy="324000"/>
              </a:xfrm>
              <a:prstGeom prst="rect">
                <a:avLst/>
              </a:prstGeom>
              <a:solidFill>
                <a:srgbClr val="D6BEA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l" defTabSz="1067531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99" b="0" i="0" u="none" strike="noStrike" kern="0" cap="none" spc="0" normalizeH="0" baseline="0" noProof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Rix고딕 M"/>
                  <a:ea typeface="Rix고딕 M"/>
                  <a:cs typeface="+mn-cs"/>
                </a:endParaRPr>
              </a:p>
            </p:txBody>
          </p:sp>
          <p:sp>
            <p:nvSpPr>
              <p:cNvPr id="146" name="직사각형 145">
                <a:extLst>
                  <a:ext uri="{FF2B5EF4-FFF2-40B4-BE49-F238E27FC236}">
                    <a16:creationId xmlns:a16="http://schemas.microsoft.com/office/drawing/2014/main" id="{98610956-369B-454B-AF59-C1BC47BDBBF2}"/>
                  </a:ext>
                </a:extLst>
              </p:cNvPr>
              <p:cNvSpPr/>
              <p:nvPr userDrawn="1"/>
            </p:nvSpPr>
            <p:spPr>
              <a:xfrm rot="16200000" flipV="1">
                <a:off x="-1008721" y="5441305"/>
                <a:ext cx="324000" cy="324000"/>
              </a:xfrm>
              <a:prstGeom prst="rect">
                <a:avLst/>
              </a:prstGeom>
              <a:solidFill>
                <a:srgbClr val="E5D7C5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l" defTabSz="1067531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799" b="0" i="0" u="none" strike="noStrike" kern="0" cap="none" spc="0" normalizeH="0" baseline="0" noProof="0">
                  <a:ln>
                    <a:solidFill>
                      <a:srgbClr val="4F81BD">
                        <a:shade val="50000"/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Rix고딕 M"/>
                  <a:ea typeface="Rix고딕 M"/>
                  <a:cs typeface="+mn-cs"/>
                </a:endParaRPr>
              </a:p>
            </p:txBody>
          </p:sp>
        </p:grp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31ABFBA8-949F-43FA-AE07-4BD5A3211889}"/>
                </a:ext>
              </a:extLst>
            </p:cNvPr>
            <p:cNvSpPr/>
            <p:nvPr userDrawn="1"/>
          </p:nvSpPr>
          <p:spPr>
            <a:xfrm rot="16200000" flipV="1">
              <a:off x="-576673" y="3881695"/>
              <a:ext cx="324000" cy="324000"/>
            </a:xfrm>
            <a:prstGeom prst="rect">
              <a:avLst/>
            </a:prstGeom>
            <a:solidFill>
              <a:srgbClr val="1D84E1"/>
            </a:solidFill>
            <a:ln w="38100" cap="rnd" cmpd="sng" algn="ctr">
              <a:noFill/>
              <a:prstDash val="solid"/>
              <a:headEnd type="none" w="sm" len="sm"/>
              <a:tailEnd type="none" w="sm" len="sm"/>
            </a:ln>
            <a:effectLst/>
          </p:spPr>
          <p:txBody>
            <a:bodyPr wrap="square" lIns="0" tIns="0" rIns="0" bIns="0" rtlCol="0" anchor="ctr" anchorCtr="0"/>
            <a:lstStyle/>
            <a:p>
              <a:pPr marL="0" marR="0" lvl="0" indent="0" defTabSz="10676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kern="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49" name="모서리가 둥근 직사각형 444">
              <a:extLst>
                <a:ext uri="{FF2B5EF4-FFF2-40B4-BE49-F238E27FC236}">
                  <a16:creationId xmlns:a16="http://schemas.microsoft.com/office/drawing/2014/main" id="{D8021391-C966-4FEA-9EF2-FCC700283C17}"/>
                </a:ext>
              </a:extLst>
            </p:cNvPr>
            <p:cNvSpPr/>
            <p:nvPr userDrawn="1"/>
          </p:nvSpPr>
          <p:spPr>
            <a:xfrm rot="16200000" flipV="1">
              <a:off x="-576673" y="2604396"/>
              <a:ext cx="324000" cy="324000"/>
            </a:xfrm>
            <a:prstGeom prst="rect">
              <a:avLst/>
            </a:prstGeom>
            <a:solidFill>
              <a:srgbClr val="E0ECF7"/>
            </a:solidFill>
            <a:ln w="63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1067277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0" i="0" u="none" strike="noStrike" kern="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Rix모던고딕 M"/>
                <a:ea typeface="Rix모던고딕 M"/>
                <a:cs typeface="+mn-cs"/>
              </a:endParaRP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5E16AF9E-9206-423A-964F-67AE9B55C487}"/>
                </a:ext>
              </a:extLst>
            </p:cNvPr>
            <p:cNvSpPr/>
            <p:nvPr userDrawn="1"/>
          </p:nvSpPr>
          <p:spPr>
            <a:xfrm rot="16200000" flipV="1">
              <a:off x="-576673" y="4817006"/>
              <a:ext cx="324000" cy="324000"/>
            </a:xfrm>
            <a:prstGeom prst="rect">
              <a:avLst/>
            </a:prstGeom>
            <a:solidFill>
              <a:srgbClr val="002E48"/>
            </a:solidFill>
            <a:ln w="38100" cap="rnd" cmpd="sng" algn="ctr">
              <a:noFill/>
              <a:prstDash val="solid"/>
              <a:headEnd type="none" w="sm" len="sm"/>
              <a:tailEnd type="none" w="sm" len="sm"/>
            </a:ln>
            <a:effectLst/>
          </p:spPr>
          <p:txBody>
            <a:bodyPr wrap="square" lIns="0" tIns="0" rIns="0" bIns="0" rtlCol="0" anchor="ctr" anchorCtr="0"/>
            <a:lstStyle/>
            <a:p>
              <a:pPr marL="0" marR="0" lvl="0" indent="0" defTabSz="10676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87A30888-7098-4BD4-80CF-3CE520E9F030}"/>
                </a:ext>
              </a:extLst>
            </p:cNvPr>
            <p:cNvSpPr/>
            <p:nvPr userDrawn="1"/>
          </p:nvSpPr>
          <p:spPr>
            <a:xfrm rot="16200000" flipV="1">
              <a:off x="-576673" y="4194819"/>
              <a:ext cx="324000" cy="324000"/>
            </a:xfrm>
            <a:prstGeom prst="rect">
              <a:avLst/>
            </a:prstGeom>
            <a:solidFill>
              <a:srgbClr val="1768B1"/>
            </a:solidFill>
            <a:ln w="38100" cap="rnd" cmpd="sng" algn="ctr">
              <a:noFill/>
              <a:prstDash val="solid"/>
              <a:headEnd type="none" w="sm" len="sm"/>
              <a:tailEnd type="none" w="sm" len="sm"/>
            </a:ln>
            <a:effectLst/>
          </p:spPr>
          <p:txBody>
            <a:bodyPr wrap="square" lIns="0" tIns="0" rIns="0" bIns="0" rtlCol="0" anchor="ctr" anchorCtr="0"/>
            <a:lstStyle/>
            <a:p>
              <a:pPr marL="0" marR="0" lvl="0" indent="0" defTabSz="10676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kern="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F8683CA9-CF5E-4675-8D66-A60B9E82D469}"/>
                </a:ext>
              </a:extLst>
            </p:cNvPr>
            <p:cNvSpPr/>
            <p:nvPr userDrawn="1"/>
          </p:nvSpPr>
          <p:spPr>
            <a:xfrm rot="16200000" flipV="1">
              <a:off x="-576673" y="4505914"/>
              <a:ext cx="324000" cy="324000"/>
            </a:xfrm>
            <a:prstGeom prst="rect">
              <a:avLst/>
            </a:prstGeom>
            <a:solidFill>
              <a:srgbClr val="114E85"/>
            </a:solidFill>
            <a:ln w="38100" cap="rnd" cmpd="sng" algn="ctr">
              <a:noFill/>
              <a:prstDash val="solid"/>
              <a:headEnd type="none" w="sm" len="sm"/>
              <a:tailEnd type="none" w="sm" len="sm"/>
            </a:ln>
            <a:effectLst/>
          </p:spPr>
          <p:txBody>
            <a:bodyPr wrap="square" lIns="0" tIns="0" rIns="0" bIns="0" rtlCol="0" anchor="ctr" anchorCtr="0"/>
            <a:lstStyle/>
            <a:p>
              <a:pPr marL="0" marR="0" lvl="0" indent="0" defTabSz="10676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E205F74A-C1D9-4CA4-AA2C-FC26DC2DD264}"/>
                </a:ext>
              </a:extLst>
            </p:cNvPr>
            <p:cNvSpPr/>
            <p:nvPr userDrawn="1"/>
          </p:nvSpPr>
          <p:spPr>
            <a:xfrm rot="16200000" flipV="1">
              <a:off x="-576673" y="3565501"/>
              <a:ext cx="324000" cy="324000"/>
            </a:xfrm>
            <a:prstGeom prst="rect">
              <a:avLst/>
            </a:prstGeom>
            <a:solidFill>
              <a:srgbClr val="55A3E9"/>
            </a:solidFill>
            <a:ln w="38100" cap="rnd" cmpd="sng" algn="ctr">
              <a:noFill/>
              <a:prstDash val="solid"/>
              <a:headEnd type="none" w="sm" len="sm"/>
              <a:tailEnd type="none" w="sm" len="sm"/>
            </a:ln>
            <a:effectLst/>
          </p:spPr>
          <p:txBody>
            <a:bodyPr wrap="square" lIns="0" tIns="0" rIns="0" bIns="0" rtlCol="0" anchor="ctr" anchorCtr="0"/>
            <a:lstStyle/>
            <a:p>
              <a:pPr marL="0" marR="0" lvl="0" indent="0" defTabSz="10676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kern="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73E2CA94-95F5-4D4C-A3F2-175C2F9B1B59}"/>
                </a:ext>
              </a:extLst>
            </p:cNvPr>
            <p:cNvSpPr/>
            <p:nvPr userDrawn="1"/>
          </p:nvSpPr>
          <p:spPr>
            <a:xfrm rot="16200000" flipV="1">
              <a:off x="-576673" y="3240760"/>
              <a:ext cx="324000" cy="324000"/>
            </a:xfrm>
            <a:prstGeom prst="rect">
              <a:avLst/>
            </a:prstGeom>
            <a:solidFill>
              <a:srgbClr val="93C4F1"/>
            </a:solidFill>
            <a:ln w="38100" cap="rnd" cmpd="sng" algn="ctr">
              <a:noFill/>
              <a:prstDash val="solid"/>
              <a:headEnd type="none" w="sm" len="sm"/>
              <a:tailEnd type="none" w="sm" len="sm"/>
            </a:ln>
            <a:effectLst/>
          </p:spPr>
          <p:txBody>
            <a:bodyPr wrap="square" lIns="0" tIns="0" rIns="0" bIns="0" rtlCol="0" anchor="ctr" anchorCtr="0"/>
            <a:lstStyle/>
            <a:p>
              <a:pPr marL="0" marR="0" lvl="0" indent="0" defTabSz="10676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kern="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60D7E867-70FE-4F26-A051-D793440FDE53}"/>
                </a:ext>
              </a:extLst>
            </p:cNvPr>
            <p:cNvSpPr/>
            <p:nvPr userDrawn="1"/>
          </p:nvSpPr>
          <p:spPr>
            <a:xfrm rot="16200000" flipV="1">
              <a:off x="-576673" y="2924566"/>
              <a:ext cx="324000" cy="324000"/>
            </a:xfrm>
            <a:prstGeom prst="rect">
              <a:avLst/>
            </a:prstGeom>
            <a:solidFill>
              <a:srgbClr val="BFDCF7"/>
            </a:solidFill>
            <a:ln w="38100" cap="rnd" cmpd="sng" algn="ctr">
              <a:noFill/>
              <a:prstDash val="solid"/>
              <a:headEnd type="none" w="sm" len="sm"/>
              <a:tailEnd type="none" w="sm" len="sm"/>
            </a:ln>
            <a:effectLst/>
          </p:spPr>
          <p:txBody>
            <a:bodyPr wrap="square" lIns="0" tIns="0" rIns="0" bIns="0" rtlCol="0" anchor="ctr" anchorCtr="0"/>
            <a:lstStyle/>
            <a:p>
              <a:pPr marL="0" marR="0" lvl="0" indent="0" defTabSz="10676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400" b="0" i="0" u="none" strike="noStrike" kern="0" cap="none" spc="0" normalizeH="0" baseline="0" noProof="0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</p:grpSp>
      <p:sp>
        <p:nvSpPr>
          <p:cNvPr id="4" name="Rectangle 2">
            <a:extLst>
              <a:ext uri="{FF2B5EF4-FFF2-40B4-BE49-F238E27FC236}">
                <a16:creationId xmlns:a16="http://schemas.microsoft.com/office/drawing/2014/main" id="{6C1CB6A3-8E9D-0AF6-53B7-5F801F2ADB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7775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D4A94114-4337-71E6-F28F-AE5BCB83A9D7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015836" y="10397872"/>
            <a:ext cx="1433231" cy="316429"/>
          </a:xfrm>
          <a:prstGeom prst="rect">
            <a:avLst/>
          </a:prstGeom>
        </p:spPr>
      </p:pic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55CD16F8-CECE-0838-1AE3-A8A350BE4F77}"/>
              </a:ext>
            </a:extLst>
          </p:cNvPr>
          <p:cNvSpPr/>
          <p:nvPr userDrawn="1"/>
        </p:nvSpPr>
        <p:spPr>
          <a:xfrm flipH="1" flipV="1">
            <a:off x="6143421" y="-1"/>
            <a:ext cx="1632153" cy="928006"/>
          </a:xfrm>
          <a:prstGeom prst="rtTriangle">
            <a:avLst/>
          </a:prstGeom>
          <a:solidFill>
            <a:srgbClr val="D0D6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육각형 8">
            <a:extLst>
              <a:ext uri="{FF2B5EF4-FFF2-40B4-BE49-F238E27FC236}">
                <a16:creationId xmlns:a16="http://schemas.microsoft.com/office/drawing/2014/main" id="{55AC0E38-36C4-211E-3466-BAFF498ACD23}"/>
              </a:ext>
            </a:extLst>
          </p:cNvPr>
          <p:cNvSpPr/>
          <p:nvPr userDrawn="1"/>
        </p:nvSpPr>
        <p:spPr>
          <a:xfrm rot="16200000">
            <a:off x="6611568" y="-467362"/>
            <a:ext cx="1301204" cy="1060133"/>
          </a:xfrm>
          <a:prstGeom prst="hexagon">
            <a:avLst/>
          </a:prstGeom>
          <a:blipFill dpi="0" rotWithShape="0">
            <a:blip r:embed="rId10">
              <a:alphaModFix amt="84000"/>
            </a:blip>
            <a:srcRect/>
            <a:stretch>
              <a:fillRect l="31000" t="41000" r="-18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4066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noProof="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F1AE97A-3788-CF1B-C864-678B1D63F90C}"/>
              </a:ext>
            </a:extLst>
          </p:cNvPr>
          <p:cNvGrpSpPr/>
          <p:nvPr userDrawn="1"/>
        </p:nvGrpSpPr>
        <p:grpSpPr>
          <a:xfrm>
            <a:off x="6777300" y="-64135"/>
            <a:ext cx="629515" cy="921534"/>
            <a:chOff x="4781461" y="-3175099"/>
            <a:chExt cx="9706916" cy="1350671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DA5E13E-7434-6071-5EDC-0D6842FC3D50}"/>
                </a:ext>
              </a:extLst>
            </p:cNvPr>
            <p:cNvGrpSpPr/>
            <p:nvPr userDrawn="1"/>
          </p:nvGrpSpPr>
          <p:grpSpPr>
            <a:xfrm rot="16200000">
              <a:off x="7468377" y="3311617"/>
              <a:ext cx="7559999" cy="6480000"/>
              <a:chOff x="6197526" y="1263972"/>
              <a:chExt cx="7559999" cy="6480000"/>
            </a:xfrm>
          </p:grpSpPr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52A35844-DDD9-C78D-9820-4959EBE3012E}"/>
                  </a:ext>
                </a:extLst>
              </p:cNvPr>
              <p:cNvGrpSpPr/>
              <p:nvPr userDrawn="1"/>
            </p:nvGrpSpPr>
            <p:grpSpPr>
              <a:xfrm>
                <a:off x="6197526" y="1263972"/>
                <a:ext cx="7559999" cy="6480000"/>
                <a:chOff x="10073463" y="4076832"/>
                <a:chExt cx="3321211" cy="2754048"/>
              </a:xfrm>
            </p:grpSpPr>
            <p:sp>
              <p:nvSpPr>
                <p:cNvPr id="19" name="육각형 18">
                  <a:extLst>
                    <a:ext uri="{FF2B5EF4-FFF2-40B4-BE49-F238E27FC236}">
                      <a16:creationId xmlns:a16="http://schemas.microsoft.com/office/drawing/2014/main" id="{B51646F1-DCDD-2925-B7C8-C4AA39C4FB18}"/>
                    </a:ext>
                  </a:extLst>
                </p:cNvPr>
                <p:cNvSpPr/>
                <p:nvPr userDrawn="1"/>
              </p:nvSpPr>
              <p:spPr>
                <a:xfrm>
                  <a:off x="10073463" y="4076832"/>
                  <a:ext cx="3321211" cy="2754048"/>
                </a:xfrm>
                <a:prstGeom prst="hexagon">
                  <a:avLst/>
                </a:prstGeom>
                <a:solidFill>
                  <a:srgbClr val="F2F2F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740664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58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utura Md BT"/>
                    <a:ea typeface="Rix모던고딕 M"/>
                    <a:cs typeface="+mn-cs"/>
                  </a:endParaRPr>
                </a:p>
              </p:txBody>
            </p:sp>
            <p:sp>
              <p:nvSpPr>
                <p:cNvPr id="20" name="평행 사변형 19">
                  <a:extLst>
                    <a:ext uri="{FF2B5EF4-FFF2-40B4-BE49-F238E27FC236}">
                      <a16:creationId xmlns:a16="http://schemas.microsoft.com/office/drawing/2014/main" id="{CECF0395-F462-4182-C76E-400F773EECD5}"/>
                    </a:ext>
                  </a:extLst>
                </p:cNvPr>
                <p:cNvSpPr/>
                <p:nvPr userDrawn="1"/>
              </p:nvSpPr>
              <p:spPr>
                <a:xfrm>
                  <a:off x="10073463" y="4076832"/>
                  <a:ext cx="2608348" cy="1377024"/>
                </a:xfrm>
                <a:prstGeom prst="parallelogram">
                  <a:avLst>
                    <a:gd name="adj" fmla="val 49868"/>
                  </a:avLst>
                </a:prstGeom>
                <a:solidFill>
                  <a:srgbClr val="D5DAE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740664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58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utura Md BT"/>
                    <a:ea typeface="Rix모던고딕 M"/>
                    <a:cs typeface="+mn-cs"/>
                  </a:endParaRPr>
                </a:p>
              </p:txBody>
            </p:sp>
          </p:grpSp>
          <p:sp>
            <p:nvSpPr>
              <p:cNvPr id="18" name="평행 사변형 17">
                <a:extLst>
                  <a:ext uri="{FF2B5EF4-FFF2-40B4-BE49-F238E27FC236}">
                    <a16:creationId xmlns:a16="http://schemas.microsoft.com/office/drawing/2014/main" id="{027A3D07-BF66-2C49-5906-A2AF7F61F72B}"/>
                  </a:ext>
                </a:extLst>
              </p:cNvPr>
              <p:cNvSpPr/>
              <p:nvPr userDrawn="1"/>
            </p:nvSpPr>
            <p:spPr>
              <a:xfrm flipV="1">
                <a:off x="6197526" y="4503972"/>
                <a:ext cx="5937325" cy="3240000"/>
              </a:xfrm>
              <a:prstGeom prst="parallelogram">
                <a:avLst>
                  <a:gd name="adj" fmla="val 49868"/>
                </a:avLst>
              </a:prstGeom>
              <a:solidFill>
                <a:srgbClr val="BBC4C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740664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58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Md BT"/>
                  <a:ea typeface="Rix모던고딕 M"/>
                  <a:cs typeface="+mn-cs"/>
                </a:endParaRP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7965EF2A-126D-C319-ABFD-672AF093565D}"/>
                </a:ext>
              </a:extLst>
            </p:cNvPr>
            <p:cNvGrpSpPr/>
            <p:nvPr userDrawn="1"/>
          </p:nvGrpSpPr>
          <p:grpSpPr>
            <a:xfrm rot="16200000">
              <a:off x="4241461" y="-2635099"/>
              <a:ext cx="7559999" cy="6480000"/>
              <a:chOff x="6197526" y="1263972"/>
              <a:chExt cx="7559999" cy="6480000"/>
            </a:xfrm>
          </p:grpSpPr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8B8676BF-FF1C-7A7D-593A-92C7D7CE0825}"/>
                  </a:ext>
                </a:extLst>
              </p:cNvPr>
              <p:cNvGrpSpPr/>
              <p:nvPr userDrawn="1"/>
            </p:nvGrpSpPr>
            <p:grpSpPr>
              <a:xfrm>
                <a:off x="6197526" y="1263972"/>
                <a:ext cx="7559999" cy="6480000"/>
                <a:chOff x="10073463" y="4076832"/>
                <a:chExt cx="3321211" cy="2754048"/>
              </a:xfrm>
            </p:grpSpPr>
            <p:sp>
              <p:nvSpPr>
                <p:cNvPr id="15" name="육각형 14">
                  <a:extLst>
                    <a:ext uri="{FF2B5EF4-FFF2-40B4-BE49-F238E27FC236}">
                      <a16:creationId xmlns:a16="http://schemas.microsoft.com/office/drawing/2014/main" id="{FDF9104A-06AC-057B-287C-86C85FF38E17}"/>
                    </a:ext>
                  </a:extLst>
                </p:cNvPr>
                <p:cNvSpPr/>
                <p:nvPr userDrawn="1"/>
              </p:nvSpPr>
              <p:spPr>
                <a:xfrm>
                  <a:off x="10073463" y="4076832"/>
                  <a:ext cx="3321211" cy="2754048"/>
                </a:xfrm>
                <a:prstGeom prst="hexagon">
                  <a:avLst/>
                </a:prstGeom>
                <a:solidFill>
                  <a:srgbClr val="E1E4E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740664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58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utura Md BT"/>
                    <a:ea typeface="Rix모던고딕 M"/>
                    <a:cs typeface="+mn-cs"/>
                  </a:endParaRPr>
                </a:p>
              </p:txBody>
            </p:sp>
            <p:sp>
              <p:nvSpPr>
                <p:cNvPr id="16" name="평행 사변형 15">
                  <a:extLst>
                    <a:ext uri="{FF2B5EF4-FFF2-40B4-BE49-F238E27FC236}">
                      <a16:creationId xmlns:a16="http://schemas.microsoft.com/office/drawing/2014/main" id="{482737DB-1BD3-918A-6B28-BDFBF2BFE436}"/>
                    </a:ext>
                  </a:extLst>
                </p:cNvPr>
                <p:cNvSpPr/>
                <p:nvPr userDrawn="1"/>
              </p:nvSpPr>
              <p:spPr>
                <a:xfrm>
                  <a:off x="10073463" y="4076832"/>
                  <a:ext cx="2608348" cy="1377024"/>
                </a:xfrm>
                <a:prstGeom prst="parallelogram">
                  <a:avLst>
                    <a:gd name="adj" fmla="val 49868"/>
                  </a:avLst>
                </a:prstGeom>
                <a:solidFill>
                  <a:srgbClr val="D7DEE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740664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58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utura Md BT"/>
                    <a:ea typeface="Rix모던고딕 M"/>
                    <a:cs typeface="+mn-cs"/>
                  </a:endParaRPr>
                </a:p>
              </p:txBody>
            </p:sp>
          </p:grpSp>
          <p:sp>
            <p:nvSpPr>
              <p:cNvPr id="14" name="평행 사변형 13">
                <a:extLst>
                  <a:ext uri="{FF2B5EF4-FFF2-40B4-BE49-F238E27FC236}">
                    <a16:creationId xmlns:a16="http://schemas.microsoft.com/office/drawing/2014/main" id="{0B122303-9752-A0BC-CEE1-1059D085530C}"/>
                  </a:ext>
                </a:extLst>
              </p:cNvPr>
              <p:cNvSpPr/>
              <p:nvPr userDrawn="1"/>
            </p:nvSpPr>
            <p:spPr>
              <a:xfrm flipV="1">
                <a:off x="6197526" y="4503972"/>
                <a:ext cx="5937325" cy="3240000"/>
              </a:xfrm>
              <a:prstGeom prst="parallelogram">
                <a:avLst>
                  <a:gd name="adj" fmla="val 49868"/>
                </a:avLst>
              </a:prstGeom>
              <a:solidFill>
                <a:srgbClr val="BBC4C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740664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58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Md BT"/>
                  <a:ea typeface="Rix모던고딕 M"/>
                  <a:cs typeface="+mn-cs"/>
                </a:endParaRPr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CCB62B0-AA14-21F5-0067-3A5690674A10}"/>
              </a:ext>
            </a:extLst>
          </p:cNvPr>
          <p:cNvSpPr txBox="1"/>
          <p:nvPr userDrawn="1"/>
        </p:nvSpPr>
        <p:spPr>
          <a:xfrm>
            <a:off x="5374119" y="413296"/>
            <a:ext cx="1007007" cy="1231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 defTabSz="1006817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ko-KR" sz="800" kern="1200" spc="-6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AI </a:t>
            </a:r>
            <a:r>
              <a:rPr kumimoji="1" lang="ko-KR" altLang="en-US" sz="800" kern="1200" spc="-60" dirty="0">
                <a:ln>
                  <a:solidFill>
                    <a:srgbClr val="D1D1D1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영업비밀 관리시스템 구축</a:t>
            </a:r>
          </a:p>
        </p:txBody>
      </p:sp>
      <p:sp>
        <p:nvSpPr>
          <p:cNvPr id="22" name="육각형 21">
            <a:extLst>
              <a:ext uri="{FF2B5EF4-FFF2-40B4-BE49-F238E27FC236}">
                <a16:creationId xmlns:a16="http://schemas.microsoft.com/office/drawing/2014/main" id="{7FF0DFAF-0D6B-AA03-D03A-36F2CE9E1369}"/>
              </a:ext>
            </a:extLst>
          </p:cNvPr>
          <p:cNvSpPr/>
          <p:nvPr userDrawn="1"/>
        </p:nvSpPr>
        <p:spPr>
          <a:xfrm rot="16200000">
            <a:off x="6520531" y="389377"/>
            <a:ext cx="515803" cy="420243"/>
          </a:xfrm>
          <a:prstGeom prst="hexagon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4066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5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Md BT"/>
              <a:ea typeface="Rix모던고딕 M"/>
              <a:cs typeface="+mn-cs"/>
            </a:endParaRPr>
          </a:p>
        </p:txBody>
      </p:sp>
      <p:sp>
        <p:nvSpPr>
          <p:cNvPr id="23" name="평행 사변형 22">
            <a:extLst>
              <a:ext uri="{FF2B5EF4-FFF2-40B4-BE49-F238E27FC236}">
                <a16:creationId xmlns:a16="http://schemas.microsoft.com/office/drawing/2014/main" id="{2CB9C55C-FDA9-22F9-AB33-6570A3DEA266}"/>
              </a:ext>
            </a:extLst>
          </p:cNvPr>
          <p:cNvSpPr/>
          <p:nvPr userDrawn="1"/>
        </p:nvSpPr>
        <p:spPr>
          <a:xfrm rot="16200000">
            <a:off x="6470827" y="549793"/>
            <a:ext cx="405091" cy="210121"/>
          </a:xfrm>
          <a:prstGeom prst="parallelogram">
            <a:avLst>
              <a:gd name="adj" fmla="val 49868"/>
            </a:avLst>
          </a:prstGeom>
          <a:solidFill>
            <a:srgbClr val="D5DA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4066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5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Md BT"/>
              <a:ea typeface="Rix모던고딕 M"/>
              <a:cs typeface="+mn-cs"/>
            </a:endParaRPr>
          </a:p>
        </p:txBody>
      </p:sp>
      <p:sp>
        <p:nvSpPr>
          <p:cNvPr id="24" name="평행 사변형 23">
            <a:extLst>
              <a:ext uri="{FF2B5EF4-FFF2-40B4-BE49-F238E27FC236}">
                <a16:creationId xmlns:a16="http://schemas.microsoft.com/office/drawing/2014/main" id="{13705E47-38E3-B300-8467-9F99785E8687}"/>
              </a:ext>
            </a:extLst>
          </p:cNvPr>
          <p:cNvSpPr/>
          <p:nvPr userDrawn="1"/>
        </p:nvSpPr>
        <p:spPr>
          <a:xfrm rot="16200000" flipV="1">
            <a:off x="6680948" y="549793"/>
            <a:ext cx="405091" cy="210121"/>
          </a:xfrm>
          <a:prstGeom prst="parallelogram">
            <a:avLst>
              <a:gd name="adj" fmla="val 49868"/>
            </a:avLst>
          </a:prstGeom>
          <a:solidFill>
            <a:srgbClr val="BBC4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4066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5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Md BT"/>
              <a:ea typeface="Rix모던고딕 M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CE91C51-3C62-6602-B742-A87FDF120B2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66609" y="10492749"/>
            <a:ext cx="1217018" cy="22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810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</p:sldLayoutIdLst>
  <p:txStyles>
    <p:titleStyle>
      <a:lvl1pPr algn="l" defTabSz="754982" rtl="0" eaLnBrk="1" latinLnBrk="1" hangingPunct="1">
        <a:lnSpc>
          <a:spcPct val="90000"/>
        </a:lnSpc>
        <a:spcBef>
          <a:spcPct val="0"/>
        </a:spcBef>
        <a:buNone/>
        <a:defRPr sz="36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745" indent="-188745" algn="l" defTabSz="754982" rtl="0" eaLnBrk="1" latinLnBrk="1" hangingPunct="1">
        <a:lnSpc>
          <a:spcPct val="90000"/>
        </a:lnSpc>
        <a:spcBef>
          <a:spcPts val="826"/>
        </a:spcBef>
        <a:buFont typeface="Arial" panose="020B0604020202020204" pitchFamily="34" charset="0"/>
        <a:buChar char="•"/>
        <a:defRPr sz="2312" kern="1200">
          <a:solidFill>
            <a:schemeClr val="tx1"/>
          </a:solidFill>
          <a:latin typeface="+mn-lt"/>
          <a:ea typeface="+mn-ea"/>
          <a:cs typeface="+mn-cs"/>
        </a:defRPr>
      </a:lvl1pPr>
      <a:lvl2pPr marL="566235" indent="-188745" algn="l" defTabSz="754982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2pPr>
      <a:lvl3pPr marL="943726" indent="-188745" algn="l" defTabSz="754982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2" kern="1200">
          <a:solidFill>
            <a:schemeClr val="tx1"/>
          </a:solidFill>
          <a:latin typeface="+mn-lt"/>
          <a:ea typeface="+mn-ea"/>
          <a:cs typeface="+mn-cs"/>
        </a:defRPr>
      </a:lvl3pPr>
      <a:lvl4pPr marL="1321216" indent="-188745" algn="l" defTabSz="754982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6" kern="1200">
          <a:solidFill>
            <a:schemeClr val="tx1"/>
          </a:solidFill>
          <a:latin typeface="+mn-lt"/>
          <a:ea typeface="+mn-ea"/>
          <a:cs typeface="+mn-cs"/>
        </a:defRPr>
      </a:lvl4pPr>
      <a:lvl5pPr marL="1698708" indent="-188745" algn="l" defTabSz="754982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6" kern="1200">
          <a:solidFill>
            <a:schemeClr val="tx1"/>
          </a:solidFill>
          <a:latin typeface="+mn-lt"/>
          <a:ea typeface="+mn-ea"/>
          <a:cs typeface="+mn-cs"/>
        </a:defRPr>
      </a:lvl5pPr>
      <a:lvl6pPr marL="2076199" indent="-188745" algn="l" defTabSz="754982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6" kern="1200">
          <a:solidFill>
            <a:schemeClr val="tx1"/>
          </a:solidFill>
          <a:latin typeface="+mn-lt"/>
          <a:ea typeface="+mn-ea"/>
          <a:cs typeface="+mn-cs"/>
        </a:defRPr>
      </a:lvl6pPr>
      <a:lvl7pPr marL="2453690" indent="-188745" algn="l" defTabSz="754982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6" kern="1200">
          <a:solidFill>
            <a:schemeClr val="tx1"/>
          </a:solidFill>
          <a:latin typeface="+mn-lt"/>
          <a:ea typeface="+mn-ea"/>
          <a:cs typeface="+mn-cs"/>
        </a:defRPr>
      </a:lvl7pPr>
      <a:lvl8pPr marL="2831180" indent="-188745" algn="l" defTabSz="754982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6" kern="1200">
          <a:solidFill>
            <a:schemeClr val="tx1"/>
          </a:solidFill>
          <a:latin typeface="+mn-lt"/>
          <a:ea typeface="+mn-ea"/>
          <a:cs typeface="+mn-cs"/>
        </a:defRPr>
      </a:lvl8pPr>
      <a:lvl9pPr marL="3208671" indent="-188745" algn="l" defTabSz="754982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982" rtl="0" eaLnBrk="1" latinLnBrk="1" hangingPunct="1">
        <a:defRPr sz="1486" kern="1200">
          <a:solidFill>
            <a:schemeClr val="tx1"/>
          </a:solidFill>
          <a:latin typeface="+mn-lt"/>
          <a:ea typeface="+mn-ea"/>
          <a:cs typeface="+mn-cs"/>
        </a:defRPr>
      </a:lvl1pPr>
      <a:lvl2pPr marL="377490" algn="l" defTabSz="754982" rtl="0" eaLnBrk="1" latinLnBrk="1" hangingPunct="1">
        <a:defRPr sz="1486" kern="1200">
          <a:solidFill>
            <a:schemeClr val="tx1"/>
          </a:solidFill>
          <a:latin typeface="+mn-lt"/>
          <a:ea typeface="+mn-ea"/>
          <a:cs typeface="+mn-cs"/>
        </a:defRPr>
      </a:lvl2pPr>
      <a:lvl3pPr marL="754982" algn="l" defTabSz="754982" rtl="0" eaLnBrk="1" latinLnBrk="1" hangingPunct="1">
        <a:defRPr sz="1486" kern="1200">
          <a:solidFill>
            <a:schemeClr val="tx1"/>
          </a:solidFill>
          <a:latin typeface="+mn-lt"/>
          <a:ea typeface="+mn-ea"/>
          <a:cs typeface="+mn-cs"/>
        </a:defRPr>
      </a:lvl3pPr>
      <a:lvl4pPr marL="1132473" algn="l" defTabSz="754982" rtl="0" eaLnBrk="1" latinLnBrk="1" hangingPunct="1">
        <a:defRPr sz="1486" kern="1200">
          <a:solidFill>
            <a:schemeClr val="tx1"/>
          </a:solidFill>
          <a:latin typeface="+mn-lt"/>
          <a:ea typeface="+mn-ea"/>
          <a:cs typeface="+mn-cs"/>
        </a:defRPr>
      </a:lvl4pPr>
      <a:lvl5pPr marL="1509964" algn="l" defTabSz="754982" rtl="0" eaLnBrk="1" latinLnBrk="1" hangingPunct="1">
        <a:defRPr sz="1486" kern="1200">
          <a:solidFill>
            <a:schemeClr val="tx1"/>
          </a:solidFill>
          <a:latin typeface="+mn-lt"/>
          <a:ea typeface="+mn-ea"/>
          <a:cs typeface="+mn-cs"/>
        </a:defRPr>
      </a:lvl5pPr>
      <a:lvl6pPr marL="1887454" algn="l" defTabSz="754982" rtl="0" eaLnBrk="1" latinLnBrk="1" hangingPunct="1">
        <a:defRPr sz="1486" kern="1200">
          <a:solidFill>
            <a:schemeClr val="tx1"/>
          </a:solidFill>
          <a:latin typeface="+mn-lt"/>
          <a:ea typeface="+mn-ea"/>
          <a:cs typeface="+mn-cs"/>
        </a:defRPr>
      </a:lvl6pPr>
      <a:lvl7pPr marL="2264944" algn="l" defTabSz="754982" rtl="0" eaLnBrk="1" latinLnBrk="1" hangingPunct="1">
        <a:defRPr sz="1486" kern="1200">
          <a:solidFill>
            <a:schemeClr val="tx1"/>
          </a:solidFill>
          <a:latin typeface="+mn-lt"/>
          <a:ea typeface="+mn-ea"/>
          <a:cs typeface="+mn-cs"/>
        </a:defRPr>
      </a:lvl7pPr>
      <a:lvl8pPr marL="2642435" algn="l" defTabSz="754982" rtl="0" eaLnBrk="1" latinLnBrk="1" hangingPunct="1">
        <a:defRPr sz="1486" kern="1200">
          <a:solidFill>
            <a:schemeClr val="tx1"/>
          </a:solidFill>
          <a:latin typeface="+mn-lt"/>
          <a:ea typeface="+mn-ea"/>
          <a:cs typeface="+mn-cs"/>
        </a:defRPr>
      </a:lvl8pPr>
      <a:lvl9pPr marL="3019926" algn="l" defTabSz="754982" rtl="0" eaLnBrk="1" latinLnBrk="1" hangingPunct="1">
        <a:defRPr sz="14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544" userDrawn="1">
          <p15:clr>
            <a:srgbClr val="F26B43"/>
          </p15:clr>
        </p15:guide>
        <p15:guide id="3" orient="horz" pos="6384" userDrawn="1">
          <p15:clr>
            <a:srgbClr val="F26B43"/>
          </p15:clr>
        </p15:guide>
        <p15:guide id="4" pos="4354">
          <p15:clr>
            <a:srgbClr val="F26B43"/>
          </p15:clr>
        </p15:guide>
        <p15:guide id="5" pos="244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E6D71-4126-E54C-5B2F-16AC631C4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245FEFAC-0F36-6083-42AA-A3664482C96F}"/>
              </a:ext>
            </a:extLst>
          </p:cNvPr>
          <p:cNvSpPr/>
          <p:nvPr/>
        </p:nvSpPr>
        <p:spPr>
          <a:xfrm>
            <a:off x="1079787" y="600434"/>
            <a:ext cx="1723870" cy="3881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kumimoji="0" lang="en-US" altLang="ko-KR" sz="1000" spc="-30" dirty="0">
                <a:ln>
                  <a:solidFill>
                    <a:srgbClr val="5BA0AB">
                      <a:alpha val="0"/>
                    </a:srgbClr>
                  </a:solidFill>
                </a:ln>
                <a:solidFill>
                  <a:srgbClr val="36415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1. </a:t>
            </a:r>
            <a:r>
              <a:rPr kumimoji="0" lang="ko-KR" altLang="en-US" sz="1000" spc="-30" dirty="0">
                <a:ln>
                  <a:solidFill>
                    <a:srgbClr val="5BA0AB">
                      <a:alpha val="0"/>
                    </a:srgbClr>
                  </a:solidFill>
                </a:ln>
                <a:solidFill>
                  <a:srgbClr val="36415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기능 요구사항 </a:t>
            </a:r>
            <a:r>
              <a:rPr kumimoji="0" lang="en-US" altLang="ko-KR" sz="1000" spc="-30" dirty="0">
                <a:ln>
                  <a:solidFill>
                    <a:srgbClr val="5BA0AB">
                      <a:alpha val="0"/>
                    </a:srgbClr>
                  </a:solidFill>
                </a:ln>
                <a:solidFill>
                  <a:srgbClr val="36415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&gt; 1.1</a:t>
            </a:r>
            <a:r>
              <a:rPr kumimoji="0" lang="ko-KR" altLang="en-US" sz="1000" spc="-30" dirty="0">
                <a:ln>
                  <a:solidFill>
                    <a:srgbClr val="5BA0AB">
                      <a:alpha val="0"/>
                    </a:srgbClr>
                  </a:solidFill>
                </a:ln>
                <a:solidFill>
                  <a:srgbClr val="36415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공통 요구사항</a:t>
            </a:r>
            <a:endParaRPr kumimoji="0" lang="ko-KR" altLang="en-US" sz="1000" b="0" i="0" u="none" strike="noStrike" kern="1200" cap="none" spc="-30" normalizeH="0" baseline="0" noProof="0" dirty="0">
              <a:ln>
                <a:solidFill>
                  <a:srgbClr val="5BA0AB">
                    <a:alpha val="0"/>
                  </a:srgbClr>
                </a:solidFill>
              </a:ln>
              <a:solidFill>
                <a:srgbClr val="364158"/>
              </a:solidFill>
              <a:effectLst/>
              <a:uLnTx/>
              <a:uFillTx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 dirty="0">
                <a:ln>
                  <a:noFill/>
                </a:ln>
                <a:solidFill>
                  <a:srgbClr val="364158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1.1.1 </a:t>
            </a:r>
            <a:r>
              <a:rPr lang="ko-KR" altLang="en-US" sz="1200" spc="-30" dirty="0">
                <a:solidFill>
                  <a:srgbClr val="364158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개요</a:t>
            </a:r>
            <a:endParaRPr kumimoji="0" lang="ko-KR" altLang="en-US" sz="1200" b="0" i="0" u="none" strike="noStrike" kern="1200" cap="none" spc="-30" normalizeH="0" baseline="0" noProof="0" dirty="0">
              <a:ln>
                <a:noFill/>
              </a:ln>
              <a:solidFill>
                <a:srgbClr val="364158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FDCB498A-CF80-96DF-FD60-92E1DE9E3972}"/>
              </a:ext>
            </a:extLst>
          </p:cNvPr>
          <p:cNvSpPr txBox="1">
            <a:spLocks/>
          </p:cNvSpPr>
          <p:nvPr/>
        </p:nvSpPr>
        <p:spPr>
          <a:xfrm>
            <a:off x="862269" y="2305840"/>
            <a:ext cx="1613262" cy="21544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pPr defTabSz="1006846" fontAlgn="auto">
              <a:lnSpc>
                <a:spcPct val="100000"/>
              </a:lnSpc>
              <a:spcAft>
                <a:spcPts val="0"/>
              </a:spcAft>
              <a:defRPr/>
            </a:pPr>
            <a:r>
              <a:rPr lang="ko-KR" altLang="en-US" sz="1400" spc="-40" dirty="0">
                <a:ln w="635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홈페이지 구축 공통사항 </a:t>
            </a:r>
          </a:p>
        </p:txBody>
      </p:sp>
      <p:sp>
        <p:nvSpPr>
          <p:cNvPr id="70" name="제목 1">
            <a:extLst>
              <a:ext uri="{FF2B5EF4-FFF2-40B4-BE49-F238E27FC236}">
                <a16:creationId xmlns:a16="http://schemas.microsoft.com/office/drawing/2014/main" id="{F97E5A62-2D1D-BE7B-4D55-D2C072BFB7E8}"/>
              </a:ext>
            </a:extLst>
          </p:cNvPr>
          <p:cNvSpPr txBox="1">
            <a:spLocks/>
          </p:cNvSpPr>
          <p:nvPr/>
        </p:nvSpPr>
        <p:spPr>
          <a:xfrm>
            <a:off x="1071161" y="1413241"/>
            <a:ext cx="3231654" cy="584712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pPr lvl="0" defTabSz="1006846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kumimoji="0" lang="en-US" altLang="ko-KR" sz="1400" spc="-100" dirty="0">
                <a:ln>
                  <a:solidFill>
                    <a:srgbClr val="7BCED5">
                      <a:alpha val="0"/>
                    </a:srgbClr>
                  </a:solidFill>
                </a:ln>
                <a:solidFill>
                  <a:srgbClr val="364158"/>
                </a:solidFill>
              </a:rPr>
              <a:t>LLM </a:t>
            </a:r>
            <a:r>
              <a:rPr kumimoji="0" lang="ko-KR" altLang="en-US" sz="1400" spc="-100" dirty="0">
                <a:ln>
                  <a:solidFill>
                    <a:srgbClr val="7BCED5">
                      <a:alpha val="0"/>
                    </a:srgbClr>
                  </a:solidFill>
                </a:ln>
                <a:solidFill>
                  <a:srgbClr val="364158"/>
                </a:solidFill>
              </a:rPr>
              <a:t>기반 데이터 증강과 결합한 </a:t>
            </a:r>
            <a:br>
              <a:rPr kumimoji="0" lang="en-US" altLang="ko-KR" sz="1400" spc="-100" dirty="0">
                <a:ln>
                  <a:solidFill>
                    <a:srgbClr val="7BCED5">
                      <a:alpha val="0"/>
                    </a:srgbClr>
                  </a:solidFill>
                </a:ln>
                <a:solidFill>
                  <a:srgbClr val="364158"/>
                </a:solidFill>
              </a:rPr>
            </a:br>
            <a:r>
              <a:rPr lang="ko-KR" altLang="en-US" sz="2200" spc="-100" dirty="0">
                <a:ln>
                  <a:solidFill>
                    <a:srgbClr val="7BCED5">
                      <a:alpha val="0"/>
                    </a:srgbClr>
                  </a:solidFill>
                </a:ln>
                <a:solidFill>
                  <a:srgbClr val="233E6F"/>
                </a:solidFill>
                <a:latin typeface="Pretendard"/>
                <a:ea typeface="Pretendard"/>
              </a:rPr>
              <a:t>지능형 보안등급 분류 체계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936971-7B7B-C8A6-E5B0-8CB73FFE63B1}"/>
              </a:ext>
            </a:extLst>
          </p:cNvPr>
          <p:cNvSpPr/>
          <p:nvPr/>
        </p:nvSpPr>
        <p:spPr>
          <a:xfrm>
            <a:off x="5183931" y="1421408"/>
            <a:ext cx="2520280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각 장표별 로 메시지 및 제목 기입 부탁 드립니다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50A57A-1579-1CE8-3CE4-7EE8E54F54EF}"/>
              </a:ext>
            </a:extLst>
          </p:cNvPr>
          <p:cNvSpPr txBox="1"/>
          <p:nvPr/>
        </p:nvSpPr>
        <p:spPr>
          <a:xfrm>
            <a:off x="251706" y="2748565"/>
            <a:ext cx="4469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굴림" panose="020B0600000101010101" pitchFamily="50" charset="-127"/>
              <a:buChar char="⊙"/>
            </a:pPr>
            <a:r>
              <a:rPr lang="ko-KR" altLang="en-US" sz="1400" b="1" dirty="0"/>
              <a:t>시스템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구성도 </a:t>
            </a:r>
            <a:r>
              <a:rPr lang="en-US" altLang="ko-KR" sz="1400" b="1" dirty="0"/>
              <a:t>(FUN-003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FUN-004 / FUN-005)</a:t>
            </a:r>
            <a:endParaRPr lang="ko-KR" altLang="en-US" sz="1400" b="1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248E7F4-63E4-8883-CB11-522FBDD44B57}"/>
              </a:ext>
            </a:extLst>
          </p:cNvPr>
          <p:cNvSpPr/>
          <p:nvPr/>
        </p:nvSpPr>
        <p:spPr>
          <a:xfrm>
            <a:off x="204294" y="3092791"/>
            <a:ext cx="3035421" cy="1785017"/>
          </a:xfrm>
          <a:prstGeom prst="roundRect">
            <a:avLst>
              <a:gd name="adj" fmla="val 6044"/>
            </a:avLst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808077FF-65AD-B96F-8049-1E3E30BAB087}"/>
              </a:ext>
            </a:extLst>
          </p:cNvPr>
          <p:cNvSpPr/>
          <p:nvPr/>
        </p:nvSpPr>
        <p:spPr>
          <a:xfrm>
            <a:off x="204294" y="3092792"/>
            <a:ext cx="3035421" cy="381662"/>
          </a:xfrm>
          <a:prstGeom prst="round2SameRect">
            <a:avLst>
              <a:gd name="adj1" fmla="val 28038"/>
              <a:gd name="adj2" fmla="val 0"/>
            </a:avLst>
          </a:prstGeom>
          <a:solidFill>
            <a:srgbClr val="84AB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데이터</a:t>
            </a:r>
            <a:r>
              <a:rPr lang="en-US" altLang="ko-KR" sz="10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10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수집</a:t>
            </a: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23E829F0-91EC-CA7D-B7D6-28D637C71FFF}"/>
              </a:ext>
            </a:extLst>
          </p:cNvPr>
          <p:cNvGrpSpPr/>
          <p:nvPr/>
        </p:nvGrpSpPr>
        <p:grpSpPr>
          <a:xfrm>
            <a:off x="538803" y="3664098"/>
            <a:ext cx="1064715" cy="368104"/>
            <a:chOff x="284585" y="4043008"/>
            <a:chExt cx="1064715" cy="36810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B81284B-B0B5-36BF-A24E-04D01D67A8E4}"/>
                </a:ext>
              </a:extLst>
            </p:cNvPr>
            <p:cNvSpPr txBox="1"/>
            <p:nvPr/>
          </p:nvSpPr>
          <p:spPr>
            <a:xfrm>
              <a:off x="384505" y="4043008"/>
              <a:ext cx="87395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문서 업로드</a:t>
              </a:r>
              <a:endParaRPr lang="en-US" altLang="ko-KR" sz="11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4C45C47-A028-FADE-96A4-8A05CF630E09}"/>
                </a:ext>
              </a:extLst>
            </p:cNvPr>
            <p:cNvSpPr txBox="1"/>
            <p:nvPr/>
          </p:nvSpPr>
          <p:spPr>
            <a:xfrm>
              <a:off x="284585" y="4226446"/>
              <a:ext cx="1064715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HWP, DOCX, PDF, TXT </a:t>
              </a:r>
              <a:r>
                <a:rPr lang="ko-KR" altLang="en-US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등</a:t>
              </a:r>
              <a:endParaRPr lang="en-US" altLang="ko-KR" sz="6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8C82711A-5A2B-AA15-CA8F-6CC0F94DB495}"/>
              </a:ext>
            </a:extLst>
          </p:cNvPr>
          <p:cNvGrpSpPr/>
          <p:nvPr/>
        </p:nvGrpSpPr>
        <p:grpSpPr>
          <a:xfrm>
            <a:off x="1865353" y="3643142"/>
            <a:ext cx="1133644" cy="383065"/>
            <a:chOff x="1782184" y="4036647"/>
            <a:chExt cx="1133644" cy="38306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EEF7454-711A-FDC8-803C-328738374E77}"/>
                </a:ext>
              </a:extLst>
            </p:cNvPr>
            <p:cNvSpPr txBox="1"/>
            <p:nvPr/>
          </p:nvSpPr>
          <p:spPr>
            <a:xfrm>
              <a:off x="1782184" y="4036647"/>
              <a:ext cx="11336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메타데이터 입력</a:t>
              </a:r>
              <a:endParaRPr lang="en-US" altLang="ko-KR" sz="11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2ECC97B-DBC4-29AA-8977-2BBF4F40E712}"/>
                </a:ext>
              </a:extLst>
            </p:cNvPr>
            <p:cNvSpPr txBox="1"/>
            <p:nvPr/>
          </p:nvSpPr>
          <p:spPr>
            <a:xfrm>
              <a:off x="1910424" y="4235046"/>
              <a:ext cx="87716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작성부서</a:t>
              </a:r>
              <a:r>
                <a:rPr lang="en-US" altLang="ko-KR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ko-KR" altLang="en-US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문서유형 등</a:t>
              </a:r>
              <a:endParaRPr lang="en-US" altLang="ko-KR" sz="6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B758E253-0610-2AF5-626B-9C90DCEF566F}"/>
              </a:ext>
            </a:extLst>
          </p:cNvPr>
          <p:cNvGrpSpPr/>
          <p:nvPr/>
        </p:nvGrpSpPr>
        <p:grpSpPr>
          <a:xfrm>
            <a:off x="453740" y="4210493"/>
            <a:ext cx="1173719" cy="368104"/>
            <a:chOff x="230080" y="4779216"/>
            <a:chExt cx="1173719" cy="36810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D43F4CE-BF03-1EBF-8C81-DF230E76F767}"/>
                </a:ext>
              </a:extLst>
            </p:cNvPr>
            <p:cNvSpPr txBox="1"/>
            <p:nvPr/>
          </p:nvSpPr>
          <p:spPr>
            <a:xfrm>
              <a:off x="230080" y="4779216"/>
              <a:ext cx="117371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기존 데이터 연계</a:t>
              </a:r>
              <a:endParaRPr lang="en-US" altLang="ko-KR" sz="11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B7A2AEA-1B70-6B47-5E59-D1AB99ADB443}"/>
                </a:ext>
              </a:extLst>
            </p:cNvPr>
            <p:cNvSpPr txBox="1"/>
            <p:nvPr/>
          </p:nvSpPr>
          <p:spPr>
            <a:xfrm>
              <a:off x="391181" y="4962654"/>
              <a:ext cx="851515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내부 시스템</a:t>
              </a:r>
              <a:r>
                <a:rPr lang="en-US" altLang="ko-KR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DMS </a:t>
              </a:r>
              <a:r>
                <a:rPr lang="ko-KR" altLang="en-US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등</a:t>
              </a:r>
              <a:endParaRPr lang="en-US" altLang="ko-KR" sz="6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049F047-3826-1CC8-0BD8-8A841FC56939}"/>
              </a:ext>
            </a:extLst>
          </p:cNvPr>
          <p:cNvSpPr/>
          <p:nvPr/>
        </p:nvSpPr>
        <p:spPr>
          <a:xfrm>
            <a:off x="3824764" y="3092792"/>
            <a:ext cx="3602706" cy="1834703"/>
          </a:xfrm>
          <a:prstGeom prst="roundRect">
            <a:avLst>
              <a:gd name="adj" fmla="val 3778"/>
            </a:avLst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9" name="사각형: 둥근 위쪽 모서리 18">
            <a:extLst>
              <a:ext uri="{FF2B5EF4-FFF2-40B4-BE49-F238E27FC236}">
                <a16:creationId xmlns:a16="http://schemas.microsoft.com/office/drawing/2014/main" id="{F04A74BC-602B-DCB7-83FF-331E061EB8FE}"/>
              </a:ext>
            </a:extLst>
          </p:cNvPr>
          <p:cNvSpPr/>
          <p:nvPr/>
        </p:nvSpPr>
        <p:spPr>
          <a:xfrm>
            <a:off x="3824764" y="3092792"/>
            <a:ext cx="3615288" cy="381662"/>
          </a:xfrm>
          <a:prstGeom prst="round2SameRect">
            <a:avLst>
              <a:gd name="adj1" fmla="val 26042"/>
              <a:gd name="adj2" fmla="val 0"/>
            </a:avLst>
          </a:prstGeom>
          <a:solidFill>
            <a:srgbClr val="84AB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텍스트 </a:t>
            </a:r>
            <a:r>
              <a:rPr lang="ko-KR" altLang="en-US" sz="1000" dirty="0" err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전처리</a:t>
            </a:r>
            <a:endParaRPr lang="ko-KR" alt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816CBE8-DE99-9340-962B-A2F6B43D30AB}"/>
              </a:ext>
            </a:extLst>
          </p:cNvPr>
          <p:cNvSpPr/>
          <p:nvPr/>
        </p:nvSpPr>
        <p:spPr>
          <a:xfrm>
            <a:off x="3920558" y="3602575"/>
            <a:ext cx="1530896" cy="268942"/>
          </a:xfrm>
          <a:prstGeom prst="roundRect">
            <a:avLst/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포멧</a:t>
            </a:r>
            <a:r>
              <a:rPr lang="ko-KR" altLang="en-US" sz="9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변환</a:t>
            </a:r>
            <a:r>
              <a:rPr lang="en-US" altLang="ko-KR" sz="9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 </a:t>
            </a:r>
            <a:r>
              <a:rPr lang="ko-KR" altLang="en-US" sz="9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추출</a:t>
            </a:r>
            <a:endParaRPr lang="en-US" altLang="ko-KR" sz="9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(OCR </a:t>
            </a:r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포함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원문 텍스트 추출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</a:t>
            </a:r>
            <a:endParaRPr lang="ko-KR" altLang="en-US" sz="7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A34FF55-DD6A-DE18-F969-DF9366F9B594}"/>
              </a:ext>
            </a:extLst>
          </p:cNvPr>
          <p:cNvSpPr/>
          <p:nvPr/>
        </p:nvSpPr>
        <p:spPr>
          <a:xfrm>
            <a:off x="3920558" y="3941678"/>
            <a:ext cx="1530896" cy="268942"/>
          </a:xfrm>
          <a:prstGeom prst="roundRect">
            <a:avLst/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정제</a:t>
            </a:r>
            <a:r>
              <a:rPr lang="en-US" altLang="ko-KR" sz="9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9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정규화</a:t>
            </a:r>
            <a:endParaRPr lang="en-US" altLang="ko-KR" sz="9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</a:t>
            </a:r>
            <a:r>
              <a:rPr lang="ko-KR" altLang="en-US" sz="700" dirty="0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불용어</a:t>
            </a:r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처리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공백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·</a:t>
            </a:r>
            <a:r>
              <a:rPr lang="ko-KR" altLang="en-US" sz="700" dirty="0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줄바꿈</a:t>
            </a:r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 정규화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</a:t>
            </a:r>
            <a:endParaRPr lang="ko-KR" altLang="en-US" sz="7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6314EDE-DBDA-9DC7-61AF-44D93DDFC69B}"/>
              </a:ext>
            </a:extLst>
          </p:cNvPr>
          <p:cNvSpPr/>
          <p:nvPr/>
        </p:nvSpPr>
        <p:spPr>
          <a:xfrm>
            <a:off x="3920558" y="4280781"/>
            <a:ext cx="1530896" cy="268942"/>
          </a:xfrm>
          <a:prstGeom prst="roundRect">
            <a:avLst/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노이즈제거</a:t>
            </a:r>
            <a:endParaRPr lang="en-US" altLang="ko-KR" sz="9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오타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특수문자 보정 등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</a:t>
            </a:r>
            <a:endParaRPr lang="ko-KR" altLang="en-US" sz="7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CE4635C-B1AD-5E69-9667-2CFBB4D1D8FD}"/>
              </a:ext>
            </a:extLst>
          </p:cNvPr>
          <p:cNvSpPr/>
          <p:nvPr/>
        </p:nvSpPr>
        <p:spPr>
          <a:xfrm>
            <a:off x="3920558" y="4619884"/>
            <a:ext cx="1530896" cy="268942"/>
          </a:xfrm>
          <a:prstGeom prst="roundRect">
            <a:avLst/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구조화 변환</a:t>
            </a:r>
            <a:endParaRPr lang="en-US" altLang="ko-KR" sz="9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문단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표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이미지 메타 분리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</a:t>
            </a:r>
            <a:endParaRPr lang="ko-KR" altLang="en-US" sz="7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3DF6776-E1FA-5786-56FD-82BFEFC657D7}"/>
              </a:ext>
            </a:extLst>
          </p:cNvPr>
          <p:cNvSpPr/>
          <p:nvPr/>
        </p:nvSpPr>
        <p:spPr>
          <a:xfrm>
            <a:off x="5716461" y="3555113"/>
            <a:ext cx="1530896" cy="1316368"/>
          </a:xfrm>
          <a:prstGeom prst="roundRect">
            <a:avLst/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전처리</a:t>
            </a:r>
            <a:r>
              <a:rPr lang="ko-KR" altLang="en-US" sz="10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데이터 저장</a:t>
            </a:r>
            <a:endParaRPr lang="en-US" altLang="ko-KR" sz="10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원문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텍스트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메타데이터 보관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</a:t>
            </a:r>
            <a:endParaRPr lang="ko-KR" altLang="en-US" sz="7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1B33473-11FB-3D2F-04FF-E21ED9D64124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>
          <a:xfrm>
            <a:off x="3239715" y="3985300"/>
            <a:ext cx="585049" cy="248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A55510B9-CF67-9E60-A0D9-6FEA417FA35E}"/>
              </a:ext>
            </a:extLst>
          </p:cNvPr>
          <p:cNvGrpSpPr/>
          <p:nvPr/>
        </p:nvGrpSpPr>
        <p:grpSpPr>
          <a:xfrm>
            <a:off x="1886802" y="4197515"/>
            <a:ext cx="1093569" cy="360090"/>
            <a:chOff x="268593" y="5139306"/>
            <a:chExt cx="1093569" cy="36009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1009AD1-287F-6097-FF13-02E6B1DA7014}"/>
                </a:ext>
              </a:extLst>
            </p:cNvPr>
            <p:cNvSpPr txBox="1"/>
            <p:nvPr/>
          </p:nvSpPr>
          <p:spPr>
            <a:xfrm>
              <a:off x="268593" y="5139306"/>
              <a:ext cx="109356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기밀기준가이드</a:t>
              </a:r>
              <a:endParaRPr lang="en-US" altLang="ko-KR" sz="11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6EE297B-1B5B-D895-2E32-CADBB52F8D85}"/>
                </a:ext>
              </a:extLst>
            </p:cNvPr>
            <p:cNvSpPr txBox="1"/>
            <p:nvPr/>
          </p:nvSpPr>
          <p:spPr>
            <a:xfrm>
              <a:off x="314278" y="5314730"/>
              <a:ext cx="100219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영업비밀 등급분류 가이드</a:t>
              </a:r>
              <a:endParaRPr lang="en-US" altLang="ko-KR" sz="6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30" name="사각형: 둥근 위쪽 모서리 29">
            <a:extLst>
              <a:ext uri="{FF2B5EF4-FFF2-40B4-BE49-F238E27FC236}">
                <a16:creationId xmlns:a16="http://schemas.microsoft.com/office/drawing/2014/main" id="{FD415FBF-3646-2837-CECB-310FC183D0A4}"/>
              </a:ext>
            </a:extLst>
          </p:cNvPr>
          <p:cNvSpPr/>
          <p:nvPr/>
        </p:nvSpPr>
        <p:spPr>
          <a:xfrm>
            <a:off x="274939" y="5214871"/>
            <a:ext cx="4000662" cy="43033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4AB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AI </a:t>
            </a:r>
            <a:r>
              <a:rPr lang="ko-KR" altLang="en-US" sz="10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모델 추론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1BD6CAF-F17E-7ED2-3BA6-D3A93C2AFA06}"/>
              </a:ext>
            </a:extLst>
          </p:cNvPr>
          <p:cNvGrpSpPr/>
          <p:nvPr/>
        </p:nvGrpSpPr>
        <p:grpSpPr>
          <a:xfrm>
            <a:off x="409535" y="5815986"/>
            <a:ext cx="1729962" cy="1285063"/>
            <a:chOff x="4422516" y="3589791"/>
            <a:chExt cx="1739333" cy="1285063"/>
          </a:xfrm>
        </p:grpSpPr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C1A486F1-7814-58C7-41D6-5C4A11D01EDD}"/>
                </a:ext>
              </a:extLst>
            </p:cNvPr>
            <p:cNvSpPr/>
            <p:nvPr/>
          </p:nvSpPr>
          <p:spPr>
            <a:xfrm>
              <a:off x="4485710" y="3589792"/>
              <a:ext cx="1621086" cy="1027995"/>
            </a:xfrm>
            <a:prstGeom prst="roundRect">
              <a:avLst/>
            </a:prstGeom>
            <a:noFill/>
            <a:ln>
              <a:solidFill>
                <a:srgbClr val="C9D6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9B2EBAE-2D51-82BA-C162-38E7377D5C18}"/>
                </a:ext>
              </a:extLst>
            </p:cNvPr>
            <p:cNvSpPr txBox="1"/>
            <p:nvPr/>
          </p:nvSpPr>
          <p:spPr>
            <a:xfrm>
              <a:off x="4587332" y="3911307"/>
              <a:ext cx="14097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1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규칙 생성</a:t>
              </a:r>
              <a:endParaRPr lang="ko-KR" altLang="en-US" sz="10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20E7945-26CE-5915-FD1C-8065E94742AE}"/>
                </a:ext>
              </a:extLst>
            </p:cNvPr>
            <p:cNvSpPr txBox="1"/>
            <p:nvPr/>
          </p:nvSpPr>
          <p:spPr>
            <a:xfrm>
              <a:off x="4422516" y="4166968"/>
              <a:ext cx="173933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기밀기준가이드 기반평가 규칙 생성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</a:p>
            <a:p>
              <a:pPr algn="ctr"/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판단 기준 구성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</a:p>
            <a:p>
              <a:pPr algn="ctr"/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프롬프트 구성 및 추론 요청 관리</a:t>
              </a:r>
              <a:endPara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90" name="사각형: 둥근 위쪽 모서리 89">
              <a:extLst>
                <a:ext uri="{FF2B5EF4-FFF2-40B4-BE49-F238E27FC236}">
                  <a16:creationId xmlns:a16="http://schemas.microsoft.com/office/drawing/2014/main" id="{34A25298-8297-E51B-9C93-404B971D8338}"/>
                </a:ext>
              </a:extLst>
            </p:cNvPr>
            <p:cNvSpPr/>
            <p:nvPr/>
          </p:nvSpPr>
          <p:spPr>
            <a:xfrm>
              <a:off x="4483159" y="3589791"/>
              <a:ext cx="1621086" cy="31539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C9D6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Agent</a:t>
              </a:r>
              <a:endParaRPr lang="ko-KR" altLang="en-US" sz="11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765E1889-9B81-5D92-8004-C50814A4FC52}"/>
              </a:ext>
            </a:extLst>
          </p:cNvPr>
          <p:cNvGrpSpPr/>
          <p:nvPr/>
        </p:nvGrpSpPr>
        <p:grpSpPr>
          <a:xfrm>
            <a:off x="472492" y="7044471"/>
            <a:ext cx="1582157" cy="1027996"/>
            <a:chOff x="4485547" y="3589791"/>
            <a:chExt cx="1597549" cy="1027996"/>
          </a:xfrm>
        </p:grpSpPr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61E92DC0-E229-CB24-8FB2-0F13994A3B30}"/>
                </a:ext>
              </a:extLst>
            </p:cNvPr>
            <p:cNvSpPr/>
            <p:nvPr/>
          </p:nvSpPr>
          <p:spPr>
            <a:xfrm>
              <a:off x="4485547" y="3589792"/>
              <a:ext cx="1597549" cy="1027995"/>
            </a:xfrm>
            <a:prstGeom prst="roundRect">
              <a:avLst/>
            </a:prstGeom>
            <a:noFill/>
            <a:ln>
              <a:solidFill>
                <a:srgbClr val="C9D6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CED3739-6C78-2B7A-723C-7930055D86E5}"/>
                </a:ext>
              </a:extLst>
            </p:cNvPr>
            <p:cNvSpPr txBox="1"/>
            <p:nvPr/>
          </p:nvSpPr>
          <p:spPr>
            <a:xfrm>
              <a:off x="4605821" y="3905186"/>
              <a:ext cx="135347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기준 문서 생성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</a:p>
            <a:p>
              <a:pPr algn="ctr"/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등급별 예시 문서 생성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</a:p>
            <a:p>
              <a:pPr algn="ctr"/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유형별 문서 샘플 구성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</a:p>
            <a:p>
              <a:pPr algn="ctr"/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RAG </a:t>
              </a:r>
              <a:r>
                <a:rPr lang="ko-KR" altLang="en-US" sz="800" dirty="0" err="1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참조셋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구성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</a:p>
            <a:p>
              <a:pPr algn="ctr"/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유사도 비교용 문서 풀 생성</a:t>
              </a:r>
              <a:endPara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82" name="사각형: 둥근 위쪽 모서리 81">
              <a:extLst>
                <a:ext uri="{FF2B5EF4-FFF2-40B4-BE49-F238E27FC236}">
                  <a16:creationId xmlns:a16="http://schemas.microsoft.com/office/drawing/2014/main" id="{D0C373D0-7F25-A2D9-405C-C3650A8F655E}"/>
                </a:ext>
              </a:extLst>
            </p:cNvPr>
            <p:cNvSpPr/>
            <p:nvPr/>
          </p:nvSpPr>
          <p:spPr>
            <a:xfrm>
              <a:off x="4492448" y="3589791"/>
              <a:ext cx="1590346" cy="31539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C9D6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</a:rPr>
                <a:t>유사문서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생성</a:t>
              </a:r>
              <a:endParaRPr lang="ko-KR" altLang="en-US" sz="11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F111B38-14E6-2D8B-788F-C864FC91B893}"/>
              </a:ext>
            </a:extLst>
          </p:cNvPr>
          <p:cNvGrpSpPr/>
          <p:nvPr/>
        </p:nvGrpSpPr>
        <p:grpSpPr>
          <a:xfrm>
            <a:off x="2475557" y="7050359"/>
            <a:ext cx="1001720" cy="1014716"/>
            <a:chOff x="4518909" y="2994492"/>
            <a:chExt cx="1535998" cy="1421102"/>
          </a:xfrm>
        </p:grpSpPr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21250D86-EB4D-75F2-073A-42DDC0F12630}"/>
                </a:ext>
              </a:extLst>
            </p:cNvPr>
            <p:cNvSpPr/>
            <p:nvPr/>
          </p:nvSpPr>
          <p:spPr>
            <a:xfrm>
              <a:off x="4518909" y="2994492"/>
              <a:ext cx="1530896" cy="1421102"/>
            </a:xfrm>
            <a:prstGeom prst="roundRect">
              <a:avLst/>
            </a:prstGeom>
            <a:noFill/>
            <a:ln>
              <a:solidFill>
                <a:srgbClr val="C9D6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49AD29D-7876-3F24-3E81-EEAC32BD3414}"/>
                </a:ext>
              </a:extLst>
            </p:cNvPr>
            <p:cNvSpPr txBox="1"/>
            <p:nvPr/>
          </p:nvSpPr>
          <p:spPr>
            <a:xfrm>
              <a:off x="4559105" y="3415325"/>
              <a:ext cx="1372802" cy="998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800" dirty="0" err="1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청크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분할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800" dirty="0" err="1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임베이딩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모델로 벡터화</a:t>
              </a:r>
              <a:endPara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참조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벡터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생성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</a:p>
          </p:txBody>
        </p:sp>
        <p:sp>
          <p:nvSpPr>
            <p:cNvPr id="79" name="사각형: 둥근 위쪽 모서리 78">
              <a:extLst>
                <a:ext uri="{FF2B5EF4-FFF2-40B4-BE49-F238E27FC236}">
                  <a16:creationId xmlns:a16="http://schemas.microsoft.com/office/drawing/2014/main" id="{A518E969-D2E5-C34C-507A-8AFE6FBC32E8}"/>
                </a:ext>
              </a:extLst>
            </p:cNvPr>
            <p:cNvSpPr/>
            <p:nvPr/>
          </p:nvSpPr>
          <p:spPr>
            <a:xfrm>
              <a:off x="4518909" y="3006715"/>
              <a:ext cx="1535998" cy="42395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C9D6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 err="1">
                  <a:solidFill>
                    <a:schemeClr val="tx1"/>
                  </a:solidFill>
                </a:rPr>
                <a:t>임베이딩</a:t>
              </a:r>
              <a:endParaRPr lang="ko-KR" altLang="en-US" sz="11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3C8A21E-9CE9-7C2B-D415-7FA8871B154D}"/>
              </a:ext>
            </a:extLst>
          </p:cNvPr>
          <p:cNvGrpSpPr/>
          <p:nvPr/>
        </p:nvGrpSpPr>
        <p:grpSpPr>
          <a:xfrm>
            <a:off x="4409909" y="5667721"/>
            <a:ext cx="1548043" cy="1229848"/>
            <a:chOff x="4514874" y="3301056"/>
            <a:chExt cx="1535997" cy="1715803"/>
          </a:xfrm>
        </p:grpSpPr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46B0CABA-CDFC-8EB4-C6DB-FA5F3D1BA260}"/>
                </a:ext>
              </a:extLst>
            </p:cNvPr>
            <p:cNvSpPr/>
            <p:nvPr/>
          </p:nvSpPr>
          <p:spPr>
            <a:xfrm>
              <a:off x="4519975" y="3301067"/>
              <a:ext cx="1530896" cy="1526367"/>
            </a:xfrm>
            <a:prstGeom prst="roundRect">
              <a:avLst/>
            </a:prstGeom>
            <a:noFill/>
            <a:ln>
              <a:solidFill>
                <a:srgbClr val="C9D6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EAA16A0-7971-03C0-12AC-DF3EBFC3D3A4}"/>
                </a:ext>
              </a:extLst>
            </p:cNvPr>
            <p:cNvSpPr txBox="1"/>
            <p:nvPr/>
          </p:nvSpPr>
          <p:spPr>
            <a:xfrm>
              <a:off x="4564465" y="3752685"/>
              <a:ext cx="1350677" cy="12641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800" dirty="0" err="1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청크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분할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800" dirty="0" err="1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임베이딩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모델로 벡터화</a:t>
              </a:r>
              <a:endPara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질의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벡터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생성</a:t>
              </a:r>
              <a:endPara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RAG 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검색용 벡터 생성</a:t>
              </a:r>
              <a:endPara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76" name="사각형: 둥근 위쪽 모서리 75">
              <a:extLst>
                <a:ext uri="{FF2B5EF4-FFF2-40B4-BE49-F238E27FC236}">
                  <a16:creationId xmlns:a16="http://schemas.microsoft.com/office/drawing/2014/main" id="{ECAB6B86-DFE7-5E7B-6F5B-AECBFC2BA76F}"/>
                </a:ext>
              </a:extLst>
            </p:cNvPr>
            <p:cNvSpPr/>
            <p:nvPr/>
          </p:nvSpPr>
          <p:spPr>
            <a:xfrm>
              <a:off x="4514874" y="3301056"/>
              <a:ext cx="1530895" cy="39257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C9D6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 err="1">
                  <a:solidFill>
                    <a:schemeClr val="tx1"/>
                  </a:solidFill>
                </a:rPr>
                <a:t>임베이딩</a:t>
              </a:r>
              <a:endParaRPr lang="ko-KR" altLang="en-US" sz="11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E6FCB13-2AC4-5D66-112C-B73B8B1372C6}"/>
              </a:ext>
            </a:extLst>
          </p:cNvPr>
          <p:cNvGrpSpPr/>
          <p:nvPr/>
        </p:nvGrpSpPr>
        <p:grpSpPr>
          <a:xfrm>
            <a:off x="3898185" y="7042668"/>
            <a:ext cx="1285746" cy="1046227"/>
            <a:chOff x="4524014" y="3589790"/>
            <a:chExt cx="1530896" cy="1739571"/>
          </a:xfrm>
        </p:grpSpPr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9309C03F-B9C7-C813-3AB8-A11017771CF2}"/>
                </a:ext>
              </a:extLst>
            </p:cNvPr>
            <p:cNvSpPr/>
            <p:nvPr/>
          </p:nvSpPr>
          <p:spPr>
            <a:xfrm>
              <a:off x="4524014" y="3589790"/>
              <a:ext cx="1530896" cy="1712254"/>
            </a:xfrm>
            <a:prstGeom prst="roundRect">
              <a:avLst/>
            </a:prstGeom>
            <a:noFill/>
            <a:ln>
              <a:solidFill>
                <a:srgbClr val="C9D6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E0E22DB-8066-80C5-6726-02E32D4005BF}"/>
                </a:ext>
              </a:extLst>
            </p:cNvPr>
            <p:cNvSpPr txBox="1"/>
            <p:nvPr/>
          </p:nvSpPr>
          <p:spPr>
            <a:xfrm>
              <a:off x="4744553" y="4896880"/>
              <a:ext cx="1099375" cy="4324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(Vespa/Elasticsearch)</a:t>
              </a:r>
            </a:p>
          </p:txBody>
        </p:sp>
        <p:sp>
          <p:nvSpPr>
            <p:cNvPr id="73" name="사각형: 둥근 위쪽 모서리 72">
              <a:extLst>
                <a:ext uri="{FF2B5EF4-FFF2-40B4-BE49-F238E27FC236}">
                  <a16:creationId xmlns:a16="http://schemas.microsoft.com/office/drawing/2014/main" id="{5A915017-BBEE-B9D8-5773-4BD960FD2BD4}"/>
                </a:ext>
              </a:extLst>
            </p:cNvPr>
            <p:cNvSpPr/>
            <p:nvPr/>
          </p:nvSpPr>
          <p:spPr>
            <a:xfrm>
              <a:off x="4524014" y="3589791"/>
              <a:ext cx="1530896" cy="44516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C9D6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b="1" dirty="0">
                  <a:solidFill>
                    <a:schemeClr val="tx1"/>
                  </a:solidFill>
                </a:rPr>
                <a:t>벡터 </a:t>
              </a:r>
              <a:r>
                <a:rPr lang="en-US" altLang="ko-KR" sz="1100" b="1" dirty="0">
                  <a:solidFill>
                    <a:schemeClr val="tx1"/>
                  </a:solidFill>
                </a:rPr>
                <a:t>DB 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저장</a:t>
              </a:r>
              <a:endParaRPr lang="ko-KR" altLang="en-US" sz="11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A8CC904-6F8F-294D-5A78-13A906935F88}"/>
              </a:ext>
            </a:extLst>
          </p:cNvPr>
          <p:cNvGrpSpPr/>
          <p:nvPr/>
        </p:nvGrpSpPr>
        <p:grpSpPr>
          <a:xfrm>
            <a:off x="5604840" y="7037079"/>
            <a:ext cx="1542902" cy="1027996"/>
            <a:chOff x="4524014" y="3589791"/>
            <a:chExt cx="1530896" cy="1027996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DE27E772-19C0-DA17-D472-A09CA884B73A}"/>
                </a:ext>
              </a:extLst>
            </p:cNvPr>
            <p:cNvSpPr/>
            <p:nvPr/>
          </p:nvSpPr>
          <p:spPr>
            <a:xfrm>
              <a:off x="4524014" y="3589792"/>
              <a:ext cx="1530896" cy="1027995"/>
            </a:xfrm>
            <a:prstGeom prst="roundRect">
              <a:avLst/>
            </a:prstGeom>
            <a:noFill/>
            <a:ln w="158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FBAFB6B-01A1-4B70-7473-ABDDC3823AE1}"/>
                </a:ext>
              </a:extLst>
            </p:cNvPr>
            <p:cNvSpPr txBox="1"/>
            <p:nvPr/>
          </p:nvSpPr>
          <p:spPr>
            <a:xfrm>
              <a:off x="4617066" y="3984089"/>
              <a:ext cx="13840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유사문서 검색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등급 판단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</a:p>
            <a:p>
              <a:pPr algn="ctr"/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Top-K 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검색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참조 기반 판단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</a:p>
            <a:p>
              <a:pPr algn="ctr"/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근거 보강</a:t>
              </a:r>
              <a:endPara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69" name="사각형: 둥근 위쪽 모서리 68">
              <a:extLst>
                <a:ext uri="{FF2B5EF4-FFF2-40B4-BE49-F238E27FC236}">
                  <a16:creationId xmlns:a16="http://schemas.microsoft.com/office/drawing/2014/main" id="{4CDCAC2C-FF7A-0D55-6B23-899349E69185}"/>
                </a:ext>
              </a:extLst>
            </p:cNvPr>
            <p:cNvSpPr/>
            <p:nvPr/>
          </p:nvSpPr>
          <p:spPr>
            <a:xfrm>
              <a:off x="4524014" y="3589791"/>
              <a:ext cx="1530896" cy="31539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C9D6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chemeClr val="tx1"/>
                  </a:solidFill>
                </a:rPr>
                <a:t>RAG 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추론</a:t>
              </a:r>
              <a:endParaRPr lang="ko-KR" altLang="en-US" sz="11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428680CC-9B98-E9A3-C93E-2750CAE44AA4}"/>
              </a:ext>
            </a:extLst>
          </p:cNvPr>
          <p:cNvGrpSpPr/>
          <p:nvPr/>
        </p:nvGrpSpPr>
        <p:grpSpPr>
          <a:xfrm>
            <a:off x="6102416" y="5645209"/>
            <a:ext cx="1332145" cy="1116586"/>
            <a:chOff x="-2922119" y="8570748"/>
            <a:chExt cx="3113831" cy="44750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1182F29E-8E9D-50D4-7BD2-BED481DBB761}"/>
                </a:ext>
              </a:extLst>
            </p:cNvPr>
            <p:cNvSpPr/>
            <p:nvPr/>
          </p:nvSpPr>
          <p:spPr>
            <a:xfrm>
              <a:off x="-2922119" y="8570748"/>
              <a:ext cx="3113831" cy="447504"/>
            </a:xfrm>
            <a:prstGeom prst="roundRect">
              <a:avLst/>
            </a:prstGeom>
            <a:noFill/>
            <a:ln>
              <a:solidFill>
                <a:srgbClr val="C9D6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31684DF-3BEB-69A0-F616-C08666B6A58A}"/>
                </a:ext>
              </a:extLst>
            </p:cNvPr>
            <p:cNvSpPr txBox="1"/>
            <p:nvPr/>
          </p:nvSpPr>
          <p:spPr>
            <a:xfrm>
              <a:off x="-2307167" y="8610298"/>
              <a:ext cx="1985831" cy="389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전자문서</a:t>
              </a:r>
              <a:endParaRPr lang="en-US" altLang="ko-KR" sz="11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 algn="ctr"/>
              <a:endParaRPr lang="en-US" altLang="ko-KR" sz="2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 algn="ctr"/>
              <a:endPara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 algn="ctr"/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분류 대상 원본문서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</a:p>
            <a:p>
              <a:pPr algn="ctr"/>
              <a:r>
                <a:rPr lang="ko-KR" altLang="en-US" sz="800" dirty="0" err="1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전처리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후 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LLM 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또는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RAG 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경로로 전달</a:t>
              </a:r>
              <a:endPara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2B5B7E5-AD25-F41C-7E3E-54965CB36D28}"/>
              </a:ext>
            </a:extLst>
          </p:cNvPr>
          <p:cNvCxnSpPr>
            <a:cxnSpLocks/>
            <a:stCxn id="87" idx="3"/>
            <a:endCxn id="83" idx="1"/>
          </p:cNvCxnSpPr>
          <p:nvPr/>
        </p:nvCxnSpPr>
        <p:spPr>
          <a:xfrm flipV="1">
            <a:off x="2084741" y="6314633"/>
            <a:ext cx="423907" cy="153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919A212-ECE0-A270-127B-9E8B57211570}"/>
              </a:ext>
            </a:extLst>
          </p:cNvPr>
          <p:cNvCxnSpPr>
            <a:cxnSpLocks/>
          </p:cNvCxnSpPr>
          <p:nvPr/>
        </p:nvCxnSpPr>
        <p:spPr>
          <a:xfrm>
            <a:off x="328018" y="6322076"/>
            <a:ext cx="1418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BEBF468-2A94-604C-3A85-36B0D7838DBB}"/>
              </a:ext>
            </a:extLst>
          </p:cNvPr>
          <p:cNvCxnSpPr>
            <a:cxnSpLocks/>
          </p:cNvCxnSpPr>
          <p:nvPr/>
        </p:nvCxnSpPr>
        <p:spPr>
          <a:xfrm>
            <a:off x="337497" y="7615186"/>
            <a:ext cx="1418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CAC1B028-3F53-C3D8-D186-E4057F3C9792}"/>
              </a:ext>
            </a:extLst>
          </p:cNvPr>
          <p:cNvCxnSpPr>
            <a:cxnSpLocks/>
            <a:stCxn id="80" idx="3"/>
            <a:endCxn id="77" idx="1"/>
          </p:cNvCxnSpPr>
          <p:nvPr/>
        </p:nvCxnSpPr>
        <p:spPr>
          <a:xfrm flipV="1">
            <a:off x="2054649" y="7557717"/>
            <a:ext cx="420908" cy="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11A430A7-E2ED-391F-317F-F32B5C1D4C57}"/>
              </a:ext>
            </a:extLst>
          </p:cNvPr>
          <p:cNvGrpSpPr/>
          <p:nvPr/>
        </p:nvGrpSpPr>
        <p:grpSpPr>
          <a:xfrm>
            <a:off x="364309" y="8477229"/>
            <a:ext cx="2587153" cy="1850355"/>
            <a:chOff x="538802" y="8492648"/>
            <a:chExt cx="2587153" cy="1850355"/>
          </a:xfrm>
        </p:grpSpPr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38D57DA3-0F70-B789-9F40-0F985217749F}"/>
                </a:ext>
              </a:extLst>
            </p:cNvPr>
            <p:cNvSpPr/>
            <p:nvPr/>
          </p:nvSpPr>
          <p:spPr>
            <a:xfrm>
              <a:off x="538802" y="8492648"/>
              <a:ext cx="2587153" cy="1850355"/>
            </a:xfrm>
            <a:prstGeom prst="roundRect">
              <a:avLst>
                <a:gd name="adj" fmla="val 5874"/>
              </a:avLst>
            </a:prstGeom>
            <a:noFill/>
            <a:ln>
              <a:solidFill>
                <a:srgbClr val="C9D6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sp>
          <p:nvSpPr>
            <p:cNvPr id="65" name="사각형: 둥근 위쪽 모서리 64">
              <a:extLst>
                <a:ext uri="{FF2B5EF4-FFF2-40B4-BE49-F238E27FC236}">
                  <a16:creationId xmlns:a16="http://schemas.microsoft.com/office/drawing/2014/main" id="{D98431A6-8912-6EA9-7E97-2A64091B6564}"/>
                </a:ext>
              </a:extLst>
            </p:cNvPr>
            <p:cNvSpPr/>
            <p:nvPr/>
          </p:nvSpPr>
          <p:spPr>
            <a:xfrm>
              <a:off x="538802" y="8492648"/>
              <a:ext cx="2587153" cy="381662"/>
            </a:xfrm>
            <a:prstGeom prst="round2SameRect">
              <a:avLst>
                <a:gd name="adj1" fmla="val 23380"/>
                <a:gd name="adj2" fmla="val 0"/>
              </a:avLst>
            </a:prstGeom>
            <a:solidFill>
              <a:srgbClr val="84AB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보안등급 분류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1CBF8639-FDB5-6FA1-52D5-76EBD0C7A93A}"/>
                </a:ext>
              </a:extLst>
            </p:cNvPr>
            <p:cNvSpPr/>
            <p:nvPr/>
          </p:nvSpPr>
          <p:spPr>
            <a:xfrm>
              <a:off x="610870" y="9002431"/>
              <a:ext cx="1151715" cy="268942"/>
            </a:xfrm>
            <a:prstGeom prst="roundRect">
              <a:avLst/>
            </a:prstGeom>
            <a:noFill/>
            <a:ln>
              <a:solidFill>
                <a:srgbClr val="C9D6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특급기밀</a:t>
              </a:r>
              <a:endPara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A8B28B16-A885-30EF-CD5E-75E12A56392A}"/>
                </a:ext>
              </a:extLst>
            </p:cNvPr>
            <p:cNvSpPr/>
            <p:nvPr/>
          </p:nvSpPr>
          <p:spPr>
            <a:xfrm>
              <a:off x="610870" y="9330657"/>
              <a:ext cx="1151715" cy="268942"/>
            </a:xfrm>
            <a:prstGeom prst="roundRect">
              <a:avLst/>
            </a:prstGeom>
            <a:noFill/>
            <a:ln>
              <a:solidFill>
                <a:srgbClr val="C9D6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1</a:t>
              </a:r>
              <a:r>
                <a:rPr lang="ko-KR" altLang="en-US" sz="900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급 비밀</a:t>
              </a:r>
              <a:endPara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21F228DA-BAC8-16C3-64A6-296E5642E9BA}"/>
                </a:ext>
              </a:extLst>
            </p:cNvPr>
            <p:cNvSpPr/>
            <p:nvPr/>
          </p:nvSpPr>
          <p:spPr>
            <a:xfrm>
              <a:off x="610870" y="9658883"/>
              <a:ext cx="1151715" cy="268942"/>
            </a:xfrm>
            <a:prstGeom prst="roundRect">
              <a:avLst/>
            </a:prstGeom>
            <a:noFill/>
            <a:ln>
              <a:solidFill>
                <a:srgbClr val="C9D6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2</a:t>
              </a:r>
              <a:r>
                <a:rPr lang="ko-KR" altLang="en-US" sz="900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급 대외비</a:t>
              </a:r>
              <a:endPara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232F5B59-2BD6-9068-65EC-0382D471F616}"/>
                </a:ext>
              </a:extLst>
            </p:cNvPr>
            <p:cNvSpPr/>
            <p:nvPr/>
          </p:nvSpPr>
          <p:spPr>
            <a:xfrm>
              <a:off x="610870" y="9987109"/>
              <a:ext cx="1151715" cy="268942"/>
            </a:xfrm>
            <a:prstGeom prst="roundRect">
              <a:avLst/>
            </a:prstGeom>
            <a:noFill/>
            <a:ln>
              <a:solidFill>
                <a:srgbClr val="C9D6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3</a:t>
              </a:r>
              <a:r>
                <a:rPr lang="ko-KR" altLang="en-US" sz="900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급 공개</a:t>
              </a:r>
              <a:endPara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34A10B03-E5ED-4632-A74E-DDA1582621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3929" y="9002431"/>
              <a:ext cx="2873" cy="1251332"/>
            </a:xfrm>
            <a:prstGeom prst="line">
              <a:avLst/>
            </a:prstGeom>
            <a:ln>
              <a:solidFill>
                <a:srgbClr val="C9D6E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56A5FC9-19DC-4DD5-E3F7-654F1FEC0BEB}"/>
                </a:ext>
              </a:extLst>
            </p:cNvPr>
            <p:cNvSpPr txBox="1"/>
            <p:nvPr/>
          </p:nvSpPr>
          <p:spPr>
            <a:xfrm>
              <a:off x="1995824" y="9397264"/>
              <a:ext cx="10951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등급 근거</a:t>
              </a:r>
              <a:endPara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 algn="ctr"/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핵심 키워드</a:t>
              </a:r>
              <a:endPara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 algn="ctr"/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변경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 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추가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 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삭제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가능</a:t>
              </a:r>
              <a:endPara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0A9390C4-8602-3FEE-53E8-C5F95C38ACDD}"/>
              </a:ext>
            </a:extLst>
          </p:cNvPr>
          <p:cNvCxnSpPr/>
          <p:nvPr/>
        </p:nvCxnSpPr>
        <p:spPr>
          <a:xfrm>
            <a:off x="1260825" y="4106629"/>
            <a:ext cx="9402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C6FE2F7B-9DE1-669D-D7C2-213BBBE42C6F}"/>
              </a:ext>
            </a:extLst>
          </p:cNvPr>
          <p:cNvCxnSpPr>
            <a:cxnSpLocks/>
          </p:cNvCxnSpPr>
          <p:nvPr/>
        </p:nvCxnSpPr>
        <p:spPr>
          <a:xfrm rot="16200000">
            <a:off x="1260825" y="4106629"/>
            <a:ext cx="9402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" name="Picture 503" descr="화살표">
            <a:extLst>
              <a:ext uri="{FF2B5EF4-FFF2-40B4-BE49-F238E27FC236}">
                <a16:creationId xmlns:a16="http://schemas.microsoft.com/office/drawing/2014/main" id="{2768AC73-B02D-1697-A2E8-903F3854F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5400000" flipH="1">
            <a:off x="5029166" y="4092489"/>
            <a:ext cx="1174879" cy="190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3DC7CBFD-1016-C856-256A-F4FF506B19D6}"/>
              </a:ext>
            </a:extLst>
          </p:cNvPr>
          <p:cNvGrpSpPr/>
          <p:nvPr/>
        </p:nvGrpSpPr>
        <p:grpSpPr>
          <a:xfrm>
            <a:off x="2496550" y="5800634"/>
            <a:ext cx="1567098" cy="1039688"/>
            <a:chOff x="5346000" y="6013105"/>
            <a:chExt cx="1567098" cy="1039688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A00D1FE0-C11F-15E9-F930-4037497B6AE9}"/>
                </a:ext>
              </a:extLst>
            </p:cNvPr>
            <p:cNvGrpSpPr/>
            <p:nvPr/>
          </p:nvGrpSpPr>
          <p:grpSpPr>
            <a:xfrm>
              <a:off x="5346000" y="6013105"/>
              <a:ext cx="1567098" cy="1039688"/>
              <a:chOff x="7903029" y="3574439"/>
              <a:chExt cx="1554904" cy="1039688"/>
            </a:xfrm>
          </p:grpSpPr>
          <p:sp>
            <p:nvSpPr>
              <p:cNvPr id="83" name="사각형: 둥근 모서리 82">
                <a:extLst>
                  <a:ext uri="{FF2B5EF4-FFF2-40B4-BE49-F238E27FC236}">
                    <a16:creationId xmlns:a16="http://schemas.microsoft.com/office/drawing/2014/main" id="{EA9BF8EE-E1C5-2FCA-8AFE-FAFBD0C13E43}"/>
                  </a:ext>
                </a:extLst>
              </p:cNvPr>
              <p:cNvSpPr/>
              <p:nvPr/>
            </p:nvSpPr>
            <p:spPr>
              <a:xfrm>
                <a:off x="7915033" y="3574440"/>
                <a:ext cx="1530896" cy="1027995"/>
              </a:xfrm>
              <a:prstGeom prst="roundRect">
                <a:avLst/>
              </a:prstGeom>
              <a:noFill/>
              <a:ln w="1587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endParaRP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4208476-7E9F-2AF8-FC4E-2E5B273D1E41}"/>
                  </a:ext>
                </a:extLst>
              </p:cNvPr>
              <p:cNvSpPr txBox="1"/>
              <p:nvPr/>
            </p:nvSpPr>
            <p:spPr>
              <a:xfrm>
                <a:off x="7975631" y="3895611"/>
                <a:ext cx="140970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endParaRPr lang="ko-KR" altLang="en-US" sz="1000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3EDD8D4-96A6-1516-3084-637C44D08D08}"/>
                  </a:ext>
                </a:extLst>
              </p:cNvPr>
              <p:cNvSpPr txBox="1"/>
              <p:nvPr/>
            </p:nvSpPr>
            <p:spPr>
              <a:xfrm>
                <a:off x="7999574" y="4306350"/>
                <a:ext cx="136181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(On-premise 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구축형</a:t>
                </a:r>
                <a:endParaRPr lang="en-US" altLang="ko-KR" sz="700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endParaRPr>
              </a:p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ChatGPT/Claude/Gemini 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등</a:t>
                </a:r>
                <a:r>
                  <a:rPr lang="en-US" altLang="ko-KR" sz="700" dirty="0">
                    <a:solidFill>
                      <a:schemeClr val="tx1"/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)</a:t>
                </a:r>
              </a:p>
            </p:txBody>
          </p:sp>
          <p:sp>
            <p:nvSpPr>
              <p:cNvPr id="86" name="사각형: 둥근 위쪽 모서리 85">
                <a:extLst>
                  <a:ext uri="{FF2B5EF4-FFF2-40B4-BE49-F238E27FC236}">
                    <a16:creationId xmlns:a16="http://schemas.microsoft.com/office/drawing/2014/main" id="{D5385077-606A-A72C-D026-9B11A789DE52}"/>
                  </a:ext>
                </a:extLst>
              </p:cNvPr>
              <p:cNvSpPr/>
              <p:nvPr/>
            </p:nvSpPr>
            <p:spPr>
              <a:xfrm>
                <a:off x="7903029" y="3574439"/>
                <a:ext cx="1554904" cy="31539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C9D6E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>
                    <a:solidFill>
                      <a:schemeClr val="tx1"/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LLM </a:t>
                </a:r>
                <a:r>
                  <a:rPr lang="ko-KR" altLang="en-US" sz="1100" b="1" dirty="0">
                    <a:solidFill>
                      <a:schemeClr val="tx1"/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추론</a:t>
                </a:r>
                <a:endParaRPr lang="ko-KR" altLang="en-US" sz="1100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endParaRPr>
              </a:p>
            </p:txBody>
          </p:sp>
        </p:grp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9CDD528-C06F-4575-F783-6B582FD98B16}"/>
                </a:ext>
              </a:extLst>
            </p:cNvPr>
            <p:cNvSpPr txBox="1"/>
            <p:nvPr/>
          </p:nvSpPr>
          <p:spPr>
            <a:xfrm>
              <a:off x="5541996" y="6446598"/>
              <a:ext cx="1268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판단 근거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평가요소 추출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</a:p>
            <a:p>
              <a:pPr algn="ctr"/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분류</a:t>
              </a:r>
              <a:r>
                <a:rPr lang="en-US" altLang="ko-KR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ko-KR" altLang="en-US" sz="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사유 생성</a:t>
              </a:r>
              <a:endPara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3541D9D2-2FBF-2277-1964-25B091EA53FF}"/>
              </a:ext>
            </a:extLst>
          </p:cNvPr>
          <p:cNvSpPr txBox="1"/>
          <p:nvPr/>
        </p:nvSpPr>
        <p:spPr>
          <a:xfrm>
            <a:off x="3917937" y="7298542"/>
            <a:ext cx="1180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유사문서 벡터 저장</a:t>
            </a:r>
            <a:endParaRPr lang="en-US" altLang="ko-KR" sz="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검색 인덱스 생성</a:t>
            </a:r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및 구성</a:t>
            </a:r>
            <a:endParaRPr lang="en-US" altLang="ko-KR" sz="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메타데이터 연결</a:t>
            </a:r>
            <a:endParaRPr lang="en-US" altLang="ko-KR" sz="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4E80A389-5B6E-8685-AF66-7A390EC5EE7D}"/>
              </a:ext>
            </a:extLst>
          </p:cNvPr>
          <p:cNvCxnSpPr>
            <a:cxnSpLocks/>
            <a:stCxn id="77" idx="3"/>
            <a:endCxn id="71" idx="1"/>
          </p:cNvCxnSpPr>
          <p:nvPr/>
        </p:nvCxnSpPr>
        <p:spPr>
          <a:xfrm flipV="1">
            <a:off x="3473950" y="7557567"/>
            <a:ext cx="424235" cy="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54496CD0-A351-1D09-969E-99404496C8D5}"/>
              </a:ext>
            </a:extLst>
          </p:cNvPr>
          <p:cNvCxnSpPr>
            <a:cxnSpLocks/>
            <a:stCxn id="71" idx="3"/>
            <a:endCxn id="67" idx="1"/>
          </p:cNvCxnSpPr>
          <p:nvPr/>
        </p:nvCxnSpPr>
        <p:spPr>
          <a:xfrm flipV="1">
            <a:off x="5183931" y="7551078"/>
            <a:ext cx="420909" cy="64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자유형: 도형 133">
            <a:extLst>
              <a:ext uri="{FF2B5EF4-FFF2-40B4-BE49-F238E27FC236}">
                <a16:creationId xmlns:a16="http://schemas.microsoft.com/office/drawing/2014/main" id="{1DD35DC6-8910-3309-D10F-0ECD4DBEBAB3}"/>
              </a:ext>
            </a:extLst>
          </p:cNvPr>
          <p:cNvSpPr/>
          <p:nvPr/>
        </p:nvSpPr>
        <p:spPr>
          <a:xfrm>
            <a:off x="274938" y="5214870"/>
            <a:ext cx="7159623" cy="3043594"/>
          </a:xfrm>
          <a:custGeom>
            <a:avLst/>
            <a:gdLst>
              <a:gd name="csX0" fmla="*/ 214239 w 7159623"/>
              <a:gd name="csY0" fmla="*/ 0 h 3043594"/>
              <a:gd name="csX1" fmla="*/ 3990358 w 7159623"/>
              <a:gd name="csY1" fmla="*/ 0 h 3043594"/>
              <a:gd name="csX2" fmla="*/ 3990358 w 7159623"/>
              <a:gd name="csY2" fmla="*/ 1456576 h 3043594"/>
              <a:gd name="csX3" fmla="*/ 4204597 w 7159623"/>
              <a:gd name="csY3" fmla="*/ 1670815 h 3043594"/>
              <a:gd name="csX4" fmla="*/ 7159623 w 7159623"/>
              <a:gd name="csY4" fmla="*/ 1670815 h 3043594"/>
              <a:gd name="csX5" fmla="*/ 7159623 w 7159623"/>
              <a:gd name="csY5" fmla="*/ 2829355 h 3043594"/>
              <a:gd name="csX6" fmla="*/ 6945384 w 7159623"/>
              <a:gd name="csY6" fmla="*/ 3043594 h 3043594"/>
              <a:gd name="csX7" fmla="*/ 214239 w 7159623"/>
              <a:gd name="csY7" fmla="*/ 3043594 h 3043594"/>
              <a:gd name="csX8" fmla="*/ 0 w 7159623"/>
              <a:gd name="csY8" fmla="*/ 2829355 h 3043594"/>
              <a:gd name="csX9" fmla="*/ 0 w 7159623"/>
              <a:gd name="csY9" fmla="*/ 214239 h 3043594"/>
              <a:gd name="csX10" fmla="*/ 214239 w 7159623"/>
              <a:gd name="csY10" fmla="*/ 0 h 3043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159623" h="3043594">
                <a:moveTo>
                  <a:pt x="214239" y="0"/>
                </a:moveTo>
                <a:lnTo>
                  <a:pt x="3990358" y="0"/>
                </a:lnTo>
                <a:lnTo>
                  <a:pt x="3990358" y="1456576"/>
                </a:lnTo>
                <a:cubicBezTo>
                  <a:pt x="3990358" y="1574897"/>
                  <a:pt x="4086276" y="1670815"/>
                  <a:pt x="4204597" y="1670815"/>
                </a:cubicBezTo>
                <a:lnTo>
                  <a:pt x="7159623" y="1670815"/>
                </a:lnTo>
                <a:lnTo>
                  <a:pt x="7159623" y="2829355"/>
                </a:lnTo>
                <a:cubicBezTo>
                  <a:pt x="7159623" y="2947676"/>
                  <a:pt x="7063705" y="3043594"/>
                  <a:pt x="6945384" y="3043594"/>
                </a:cubicBezTo>
                <a:lnTo>
                  <a:pt x="214239" y="3043594"/>
                </a:lnTo>
                <a:cubicBezTo>
                  <a:pt x="95918" y="3043594"/>
                  <a:pt x="0" y="2947676"/>
                  <a:pt x="0" y="2829355"/>
                </a:cubicBezTo>
                <a:lnTo>
                  <a:pt x="0" y="214239"/>
                </a:lnTo>
                <a:cubicBezTo>
                  <a:pt x="0" y="95918"/>
                  <a:pt x="95918" y="0"/>
                  <a:pt x="214239" y="0"/>
                </a:cubicBezTo>
                <a:close/>
              </a:path>
            </a:pathLst>
          </a:cu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noFill/>
            </a:endParaRPr>
          </a:p>
        </p:txBody>
      </p:sp>
      <p:cxnSp>
        <p:nvCxnSpPr>
          <p:cNvPr id="136" name="연결선: 꺾임 135">
            <a:extLst>
              <a:ext uri="{FF2B5EF4-FFF2-40B4-BE49-F238E27FC236}">
                <a16:creationId xmlns:a16="http://schemas.microsoft.com/office/drawing/2014/main" id="{3FF113C2-969E-643D-4DBE-BDFECB8B3F2A}"/>
              </a:ext>
            </a:extLst>
          </p:cNvPr>
          <p:cNvCxnSpPr>
            <a:cxnSpLocks/>
            <a:stCxn id="74" idx="1"/>
            <a:endCxn id="83" idx="3"/>
          </p:cNvCxnSpPr>
          <p:nvPr/>
        </p:nvCxnSpPr>
        <p:spPr>
          <a:xfrm rot="10800000" flipV="1">
            <a:off x="4051550" y="6214761"/>
            <a:ext cx="363500" cy="9987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연결선: 꺾임 139">
            <a:extLst>
              <a:ext uri="{FF2B5EF4-FFF2-40B4-BE49-F238E27FC236}">
                <a16:creationId xmlns:a16="http://schemas.microsoft.com/office/drawing/2014/main" id="{BA976B64-B82B-9BB3-FD64-A58B67C9CF65}"/>
              </a:ext>
            </a:extLst>
          </p:cNvPr>
          <p:cNvCxnSpPr>
            <a:cxnSpLocks/>
            <a:stCxn id="146" idx="2"/>
            <a:endCxn id="148" idx="1"/>
          </p:cNvCxnSpPr>
          <p:nvPr/>
        </p:nvCxnSpPr>
        <p:spPr>
          <a:xfrm rot="16200000" flipH="1">
            <a:off x="5117865" y="6978531"/>
            <a:ext cx="700468" cy="273482"/>
          </a:xfrm>
          <a:prstGeom prst="bentConnector2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D1FDE5AD-5748-937B-F30D-0C8B0A484932}"/>
              </a:ext>
            </a:extLst>
          </p:cNvPr>
          <p:cNvSpPr/>
          <p:nvPr/>
        </p:nvSpPr>
        <p:spPr>
          <a:xfrm>
            <a:off x="5220797" y="6535723"/>
            <a:ext cx="221121" cy="2293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DB242299-7B1F-D841-8C92-72A6946E4C72}"/>
              </a:ext>
            </a:extLst>
          </p:cNvPr>
          <p:cNvSpPr/>
          <p:nvPr/>
        </p:nvSpPr>
        <p:spPr>
          <a:xfrm>
            <a:off x="5604840" y="7350848"/>
            <a:ext cx="221121" cy="2293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6" name="Picture 503" descr="화살표">
            <a:extLst>
              <a:ext uri="{FF2B5EF4-FFF2-40B4-BE49-F238E27FC236}">
                <a16:creationId xmlns:a16="http://schemas.microsoft.com/office/drawing/2014/main" id="{D42D733E-E3BC-444A-6486-4D2344896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0800000" flipH="1">
            <a:off x="225169" y="8335459"/>
            <a:ext cx="2718283" cy="23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8379AD4A-C648-7C6C-8497-E90EF10DF30B}"/>
              </a:ext>
            </a:extLst>
          </p:cNvPr>
          <p:cNvCxnSpPr>
            <a:cxnSpLocks/>
            <a:stCxn id="38" idx="1"/>
            <a:endCxn id="74" idx="3"/>
          </p:cNvCxnSpPr>
          <p:nvPr/>
        </p:nvCxnSpPr>
        <p:spPr>
          <a:xfrm flipH="1">
            <a:off x="5957952" y="6203502"/>
            <a:ext cx="144464" cy="112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0" name="Picture 503" descr="화살표">
            <a:extLst>
              <a:ext uri="{FF2B5EF4-FFF2-40B4-BE49-F238E27FC236}">
                <a16:creationId xmlns:a16="http://schemas.microsoft.com/office/drawing/2014/main" id="{A7A85B08-BBD6-98DA-8935-0B00D8D1E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0800000" flipH="1">
            <a:off x="225169" y="8229120"/>
            <a:ext cx="2718283" cy="23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2" name="TextBox 161">
            <a:extLst>
              <a:ext uri="{FF2B5EF4-FFF2-40B4-BE49-F238E27FC236}">
                <a16:creationId xmlns:a16="http://schemas.microsoft.com/office/drawing/2014/main" id="{E9B4EC48-8D5C-FBB8-3218-7D1C8B24C359}"/>
              </a:ext>
            </a:extLst>
          </p:cNvPr>
          <p:cNvSpPr txBox="1"/>
          <p:nvPr/>
        </p:nvSpPr>
        <p:spPr>
          <a:xfrm>
            <a:off x="3219851" y="8483572"/>
            <a:ext cx="437634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데이터 수집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전처리</a:t>
            </a:r>
            <a:r>
              <a:rPr lang="en-US" altLang="ko-KR" sz="1400" dirty="0"/>
              <a:t>, AI </a:t>
            </a:r>
            <a:r>
              <a:rPr lang="ko-KR" altLang="en-US" sz="1400" dirty="0"/>
              <a:t>모델 추론</a:t>
            </a:r>
            <a:r>
              <a:rPr lang="en-US" altLang="ko-KR" sz="1400" dirty="0"/>
              <a:t>, </a:t>
            </a:r>
            <a:r>
              <a:rPr lang="ko-KR" altLang="en-US" sz="1400" dirty="0"/>
              <a:t>보안등급 분류 등 </a:t>
            </a:r>
            <a:r>
              <a:rPr lang="en-US" altLang="ko-KR" sz="1400" dirty="0"/>
              <a:t>‘</a:t>
            </a:r>
            <a:r>
              <a:rPr lang="ko-KR" altLang="en-US" sz="1400" dirty="0" err="1"/>
              <a:t>영업비밀등급분류가이드</a:t>
            </a:r>
            <a:r>
              <a:rPr lang="en-US" altLang="ko-KR" sz="1400" dirty="0"/>
              <a:t>’</a:t>
            </a:r>
            <a:r>
              <a:rPr lang="ko-KR" altLang="en-US" sz="1400" dirty="0"/>
              <a:t>를 기준으로 문서의 보안등급을 분류하기 위한 </a:t>
            </a:r>
            <a:r>
              <a:rPr lang="en-US" altLang="ko-KR" sz="1400" dirty="0"/>
              <a:t>AI </a:t>
            </a:r>
            <a:r>
              <a:rPr lang="ko-KR" altLang="en-US" sz="1400" dirty="0"/>
              <a:t>시스템을 구성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Agent </a:t>
            </a:r>
            <a:r>
              <a:rPr lang="ko-KR" altLang="en-US" sz="1400" dirty="0"/>
              <a:t>기반의 </a:t>
            </a:r>
            <a:r>
              <a:rPr lang="en-US" altLang="ko-KR" sz="1400" dirty="0"/>
              <a:t>LLM </a:t>
            </a:r>
            <a:r>
              <a:rPr lang="ko-KR" altLang="en-US" sz="1400" dirty="0"/>
              <a:t>추론 및 </a:t>
            </a:r>
            <a:r>
              <a:rPr lang="ko-KR" altLang="en-US" sz="1400" dirty="0" err="1"/>
              <a:t>임베딩된</a:t>
            </a:r>
            <a:r>
              <a:rPr lang="ko-KR" altLang="en-US" sz="1400" dirty="0"/>
              <a:t> 중앙 기준데이터 기준 유사도 검색 및 키워드 하이브리드 </a:t>
            </a:r>
            <a:r>
              <a:rPr lang="ko-KR" altLang="en-US" sz="1400" dirty="0" err="1"/>
              <a:t>서치를</a:t>
            </a:r>
            <a:r>
              <a:rPr lang="ko-KR" altLang="en-US" sz="1400" dirty="0"/>
              <a:t> 활용한 보안등급 분류 기술 개발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/>
          </a:p>
        </p:txBody>
      </p:sp>
      <p:cxnSp>
        <p:nvCxnSpPr>
          <p:cNvPr id="164" name="직선 화살표 연결선 163">
            <a:extLst>
              <a:ext uri="{FF2B5EF4-FFF2-40B4-BE49-F238E27FC236}">
                <a16:creationId xmlns:a16="http://schemas.microsoft.com/office/drawing/2014/main" id="{3BDF66A9-C859-ED46-1547-0AB02AB9D027}"/>
              </a:ext>
            </a:extLst>
          </p:cNvPr>
          <p:cNvCxnSpPr>
            <a:cxnSpLocks/>
          </p:cNvCxnSpPr>
          <p:nvPr/>
        </p:nvCxnSpPr>
        <p:spPr>
          <a:xfrm>
            <a:off x="4051549" y="6456613"/>
            <a:ext cx="1418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679DBAE7-7B1B-C4D6-968D-B30538B4C33B}"/>
              </a:ext>
            </a:extLst>
          </p:cNvPr>
          <p:cNvCxnSpPr>
            <a:cxnSpLocks/>
          </p:cNvCxnSpPr>
          <p:nvPr/>
        </p:nvCxnSpPr>
        <p:spPr>
          <a:xfrm>
            <a:off x="7147742" y="7536733"/>
            <a:ext cx="1418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20530655-090C-27B9-0D19-649BB9BBE878}"/>
              </a:ext>
            </a:extLst>
          </p:cNvPr>
          <p:cNvCxnSpPr>
            <a:cxnSpLocks/>
          </p:cNvCxnSpPr>
          <p:nvPr/>
        </p:nvCxnSpPr>
        <p:spPr>
          <a:xfrm>
            <a:off x="7247357" y="4115674"/>
            <a:ext cx="1418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B80C083B-2418-1DBF-36B6-C037AB583C8F}"/>
              </a:ext>
            </a:extLst>
          </p:cNvPr>
          <p:cNvCxnSpPr>
            <a:cxnSpLocks/>
          </p:cNvCxnSpPr>
          <p:nvPr/>
        </p:nvCxnSpPr>
        <p:spPr>
          <a:xfrm>
            <a:off x="222478" y="9378292"/>
            <a:ext cx="1418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5D851-3B13-4D81-5E9B-5632B502B6EC}"/>
              </a:ext>
            </a:extLst>
          </p:cNvPr>
          <p:cNvSpPr txBox="1"/>
          <p:nvPr/>
        </p:nvSpPr>
        <p:spPr>
          <a:xfrm>
            <a:off x="373807" y="10279049"/>
            <a:ext cx="39998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구축 조건 및 환경에 따라 아키텍처 변경이 필요할 수 있습니다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129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D09D5-A337-CA10-6D4A-EE43FE459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7AB94BF6-8B22-20E4-E000-D4F79107256D}"/>
              </a:ext>
            </a:extLst>
          </p:cNvPr>
          <p:cNvSpPr/>
          <p:nvPr/>
        </p:nvSpPr>
        <p:spPr>
          <a:xfrm>
            <a:off x="1079787" y="600434"/>
            <a:ext cx="1723870" cy="3881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kumimoji="0" lang="en-US" altLang="ko-KR" sz="1000" spc="-30" dirty="0">
                <a:ln>
                  <a:solidFill>
                    <a:srgbClr val="5BA0AB">
                      <a:alpha val="0"/>
                    </a:srgbClr>
                  </a:solidFill>
                </a:ln>
                <a:solidFill>
                  <a:srgbClr val="36415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1. </a:t>
            </a:r>
            <a:r>
              <a:rPr kumimoji="0" lang="ko-KR" altLang="en-US" sz="1000" spc="-30" dirty="0">
                <a:ln>
                  <a:solidFill>
                    <a:srgbClr val="5BA0AB">
                      <a:alpha val="0"/>
                    </a:srgbClr>
                  </a:solidFill>
                </a:ln>
                <a:solidFill>
                  <a:srgbClr val="36415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기능 요구사항 </a:t>
            </a:r>
            <a:r>
              <a:rPr kumimoji="0" lang="en-US" altLang="ko-KR" sz="1000" spc="-30" dirty="0">
                <a:ln>
                  <a:solidFill>
                    <a:srgbClr val="5BA0AB">
                      <a:alpha val="0"/>
                    </a:srgbClr>
                  </a:solidFill>
                </a:ln>
                <a:solidFill>
                  <a:srgbClr val="36415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&gt; 1.1</a:t>
            </a:r>
            <a:r>
              <a:rPr kumimoji="0" lang="ko-KR" altLang="en-US" sz="1000" spc="-30" dirty="0">
                <a:ln>
                  <a:solidFill>
                    <a:srgbClr val="5BA0AB">
                      <a:alpha val="0"/>
                    </a:srgbClr>
                  </a:solidFill>
                </a:ln>
                <a:solidFill>
                  <a:srgbClr val="36415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공통 요구사항</a:t>
            </a:r>
            <a:endParaRPr kumimoji="0" lang="ko-KR" altLang="en-US" sz="1000" b="0" i="0" u="none" strike="noStrike" kern="1200" cap="none" spc="-30" normalizeH="0" baseline="0" noProof="0" dirty="0">
              <a:ln>
                <a:solidFill>
                  <a:srgbClr val="5BA0AB">
                    <a:alpha val="0"/>
                  </a:srgbClr>
                </a:solidFill>
              </a:ln>
              <a:solidFill>
                <a:srgbClr val="364158"/>
              </a:solidFill>
              <a:effectLst/>
              <a:uLnTx/>
              <a:uFillTx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 dirty="0">
                <a:ln>
                  <a:noFill/>
                </a:ln>
                <a:solidFill>
                  <a:srgbClr val="364158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1.1.1 </a:t>
            </a:r>
            <a:r>
              <a:rPr lang="ko-KR" altLang="en-US" sz="1200" spc="-30" dirty="0">
                <a:solidFill>
                  <a:srgbClr val="364158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개요</a:t>
            </a:r>
            <a:endParaRPr kumimoji="0" lang="ko-KR" altLang="en-US" sz="1200" b="0" i="0" u="none" strike="noStrike" kern="1200" cap="none" spc="-30" normalizeH="0" baseline="0" noProof="0" dirty="0">
              <a:ln>
                <a:noFill/>
              </a:ln>
              <a:solidFill>
                <a:srgbClr val="364158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773ACF6A-43CA-5726-1BCD-D8EC9CFF69C2}"/>
              </a:ext>
            </a:extLst>
          </p:cNvPr>
          <p:cNvSpPr txBox="1">
            <a:spLocks/>
          </p:cNvSpPr>
          <p:nvPr/>
        </p:nvSpPr>
        <p:spPr>
          <a:xfrm>
            <a:off x="862269" y="2305840"/>
            <a:ext cx="1613262" cy="21544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pPr defTabSz="1006846" fontAlgn="auto">
              <a:lnSpc>
                <a:spcPct val="100000"/>
              </a:lnSpc>
              <a:spcAft>
                <a:spcPts val="0"/>
              </a:spcAft>
              <a:defRPr/>
            </a:pPr>
            <a:r>
              <a:rPr lang="ko-KR" altLang="en-US" sz="1400" spc="-40" dirty="0">
                <a:ln w="635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홈페이지 구축 공통사항 </a:t>
            </a:r>
          </a:p>
        </p:txBody>
      </p:sp>
      <p:sp>
        <p:nvSpPr>
          <p:cNvPr id="70" name="제목 1">
            <a:extLst>
              <a:ext uri="{FF2B5EF4-FFF2-40B4-BE49-F238E27FC236}">
                <a16:creationId xmlns:a16="http://schemas.microsoft.com/office/drawing/2014/main" id="{FEF70AE1-E4A3-5DEA-73F0-7B82849D52E0}"/>
              </a:ext>
            </a:extLst>
          </p:cNvPr>
          <p:cNvSpPr txBox="1">
            <a:spLocks/>
          </p:cNvSpPr>
          <p:nvPr/>
        </p:nvSpPr>
        <p:spPr>
          <a:xfrm>
            <a:off x="1071161" y="1413241"/>
            <a:ext cx="2769989" cy="584712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pPr lvl="0" defTabSz="1006846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kumimoji="0" lang="ko-KR" altLang="en-US" sz="1400" spc="-100" dirty="0">
                <a:ln>
                  <a:solidFill>
                    <a:srgbClr val="7BCED5">
                      <a:alpha val="0"/>
                    </a:srgbClr>
                  </a:solidFill>
                </a:ln>
                <a:solidFill>
                  <a:srgbClr val="364158"/>
                </a:solidFill>
              </a:rPr>
              <a:t>고품질 </a:t>
            </a:r>
            <a:r>
              <a:rPr kumimoji="0" lang="en-US" altLang="ko-KR" sz="1400" spc="-100" dirty="0">
                <a:ln>
                  <a:solidFill>
                    <a:srgbClr val="7BCED5">
                      <a:alpha val="0"/>
                    </a:srgbClr>
                  </a:solidFill>
                </a:ln>
                <a:solidFill>
                  <a:srgbClr val="364158"/>
                </a:solidFill>
              </a:rPr>
              <a:t>AI </a:t>
            </a:r>
            <a:r>
              <a:rPr kumimoji="0" lang="ko-KR" altLang="en-US" sz="1400" spc="-100" dirty="0">
                <a:ln>
                  <a:solidFill>
                    <a:srgbClr val="7BCED5">
                      <a:alpha val="0"/>
                    </a:srgbClr>
                  </a:solidFill>
                </a:ln>
                <a:solidFill>
                  <a:srgbClr val="364158"/>
                </a:solidFill>
              </a:rPr>
              <a:t>학습을 위한 </a:t>
            </a:r>
            <a:endParaRPr kumimoji="0" lang="en-US" altLang="ko-KR" sz="1400" spc="-100" dirty="0">
              <a:ln>
                <a:solidFill>
                  <a:srgbClr val="7BCED5">
                    <a:alpha val="0"/>
                  </a:srgbClr>
                </a:solidFill>
              </a:ln>
              <a:solidFill>
                <a:srgbClr val="364158"/>
              </a:solidFill>
            </a:endParaRPr>
          </a:p>
          <a:p>
            <a:pPr lvl="0" defTabSz="1006846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lang="ko-KR" altLang="en-US" sz="2200" spc="-100" dirty="0" err="1">
                <a:ln>
                  <a:solidFill>
                    <a:srgbClr val="7BCED5">
                      <a:alpha val="0"/>
                    </a:srgbClr>
                  </a:solidFill>
                </a:ln>
                <a:solidFill>
                  <a:srgbClr val="233E6F"/>
                </a:solidFill>
                <a:latin typeface="Pretendard"/>
                <a:ea typeface="Pretendard"/>
              </a:rPr>
              <a:t>전처리</a:t>
            </a:r>
            <a:r>
              <a:rPr lang="ko-KR" altLang="en-US" sz="2200" spc="-100" dirty="0">
                <a:ln>
                  <a:solidFill>
                    <a:srgbClr val="7BCED5">
                      <a:alpha val="0"/>
                    </a:srgbClr>
                  </a:solidFill>
                </a:ln>
                <a:solidFill>
                  <a:srgbClr val="233E6F"/>
                </a:solidFill>
                <a:latin typeface="Pretendard"/>
                <a:ea typeface="Pretendard"/>
              </a:rPr>
              <a:t> 및 정규화 체계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077587-9B12-9B67-DA0D-D22A6164633D}"/>
              </a:ext>
            </a:extLst>
          </p:cNvPr>
          <p:cNvSpPr/>
          <p:nvPr/>
        </p:nvSpPr>
        <p:spPr>
          <a:xfrm>
            <a:off x="5183931" y="1421408"/>
            <a:ext cx="2520280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각 장표별 로 메시지 및 제목 기입 부탁 드립니다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F86D6-AD54-3B54-C411-44E7AE2AAF1D}"/>
              </a:ext>
            </a:extLst>
          </p:cNvPr>
          <p:cNvSpPr txBox="1"/>
          <p:nvPr/>
        </p:nvSpPr>
        <p:spPr>
          <a:xfrm>
            <a:off x="251706" y="2704294"/>
            <a:ext cx="3254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굴림" panose="020B0600000101010101" pitchFamily="50" charset="-127"/>
              <a:buChar char="⊙"/>
            </a:pPr>
            <a:r>
              <a:rPr lang="ko-KR" altLang="en-US" sz="1400" b="1" dirty="0"/>
              <a:t>데이터 수집 워크플로우</a:t>
            </a:r>
            <a:r>
              <a:rPr lang="en-US" altLang="ko-KR" sz="1400" b="1" dirty="0"/>
              <a:t>(FUN-022)</a:t>
            </a:r>
            <a:endParaRPr lang="ko-KR" altLang="en-US" sz="1400" b="1" dirty="0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FC34C267-3846-B811-4E0F-180D64C8838E}"/>
              </a:ext>
            </a:extLst>
          </p:cNvPr>
          <p:cNvSpPr/>
          <p:nvPr/>
        </p:nvSpPr>
        <p:spPr>
          <a:xfrm>
            <a:off x="119580" y="4087094"/>
            <a:ext cx="6251968" cy="1117511"/>
          </a:xfrm>
          <a:prstGeom prst="roundRect">
            <a:avLst>
              <a:gd name="adj" fmla="val 8030"/>
            </a:avLst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59" name="사각형: 둥근 위쪽 모서리 58">
            <a:extLst>
              <a:ext uri="{FF2B5EF4-FFF2-40B4-BE49-F238E27FC236}">
                <a16:creationId xmlns:a16="http://schemas.microsoft.com/office/drawing/2014/main" id="{7A767A31-E72A-A03C-B81D-C2F42D47321A}"/>
              </a:ext>
            </a:extLst>
          </p:cNvPr>
          <p:cNvSpPr/>
          <p:nvPr/>
        </p:nvSpPr>
        <p:spPr>
          <a:xfrm>
            <a:off x="119580" y="4087094"/>
            <a:ext cx="6251968" cy="381662"/>
          </a:xfrm>
          <a:prstGeom prst="round2SameRect">
            <a:avLst>
              <a:gd name="adj1" fmla="val 26042"/>
              <a:gd name="adj2" fmla="val 0"/>
            </a:avLst>
          </a:prstGeom>
          <a:solidFill>
            <a:srgbClr val="84AB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데이터</a:t>
            </a:r>
            <a:r>
              <a:rPr lang="en-US" altLang="ko-KR" sz="10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10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수집</a:t>
            </a:r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2D73A1C0-53A5-121A-34BE-9C2B25A2E826}"/>
              </a:ext>
            </a:extLst>
          </p:cNvPr>
          <p:cNvGrpSpPr/>
          <p:nvPr/>
        </p:nvGrpSpPr>
        <p:grpSpPr>
          <a:xfrm>
            <a:off x="183879" y="4640626"/>
            <a:ext cx="1223598" cy="367676"/>
            <a:chOff x="183879" y="4151934"/>
            <a:chExt cx="1223598" cy="367676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A2EF373-ADE2-3954-A55B-24D805A7A1D8}"/>
                </a:ext>
              </a:extLst>
            </p:cNvPr>
            <p:cNvSpPr txBox="1"/>
            <p:nvPr/>
          </p:nvSpPr>
          <p:spPr>
            <a:xfrm>
              <a:off x="183879" y="4151934"/>
              <a:ext cx="102784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1. </a:t>
              </a:r>
              <a:r>
                <a:rPr lang="ko-KR" altLang="en-US" sz="11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문서 업로드</a:t>
              </a:r>
              <a:endParaRPr lang="en-US" altLang="ko-KR" sz="11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DC448FA-10CA-E079-101D-9010EF22560B}"/>
                </a:ext>
              </a:extLst>
            </p:cNvPr>
            <p:cNvSpPr txBox="1"/>
            <p:nvPr/>
          </p:nvSpPr>
          <p:spPr>
            <a:xfrm>
              <a:off x="342762" y="4334944"/>
              <a:ext cx="1064715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HWP, DOCX, PDF, TXT </a:t>
              </a:r>
              <a:r>
                <a:rPr lang="ko-KR" altLang="en-US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등</a:t>
              </a:r>
              <a:endParaRPr lang="en-US" altLang="ko-KR" sz="6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B4318EE8-63C0-5559-179A-A1A3B337F98D}"/>
              </a:ext>
            </a:extLst>
          </p:cNvPr>
          <p:cNvGrpSpPr/>
          <p:nvPr/>
        </p:nvGrpSpPr>
        <p:grpSpPr>
          <a:xfrm>
            <a:off x="1724411" y="4587649"/>
            <a:ext cx="1287532" cy="473630"/>
            <a:chOff x="185441" y="4525757"/>
            <a:chExt cx="1287532" cy="473630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A2CCE71-DE05-7A00-A2AC-A0A75B1857C9}"/>
                </a:ext>
              </a:extLst>
            </p:cNvPr>
            <p:cNvSpPr txBox="1"/>
            <p:nvPr/>
          </p:nvSpPr>
          <p:spPr>
            <a:xfrm>
              <a:off x="185441" y="4525757"/>
              <a:ext cx="12875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2. </a:t>
              </a:r>
              <a:r>
                <a:rPr lang="ko-KR" altLang="en-US" sz="11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메타데이터 입력</a:t>
              </a:r>
              <a:endParaRPr lang="en-US" altLang="ko-KR" sz="11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E37E8DC-D42D-CDC9-7B5B-67854E42F036}"/>
                </a:ext>
              </a:extLst>
            </p:cNvPr>
            <p:cNvSpPr txBox="1"/>
            <p:nvPr/>
          </p:nvSpPr>
          <p:spPr>
            <a:xfrm>
              <a:off x="324100" y="4722388"/>
              <a:ext cx="10102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작성부서</a:t>
              </a:r>
              <a:r>
                <a:rPr lang="en-US" altLang="ko-KR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ko-KR" altLang="en-US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문서유형</a:t>
              </a:r>
              <a:r>
                <a:rPr lang="en-US" altLang="ko-KR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ko-KR" altLang="en-US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제목</a:t>
              </a:r>
              <a:r>
                <a:rPr lang="en-US" altLang="ko-KR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</a:p>
            <a:p>
              <a:r>
                <a:rPr lang="ko-KR" altLang="en-US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작성일</a:t>
              </a:r>
              <a:r>
                <a:rPr lang="en-US" altLang="ko-KR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ko-KR" altLang="en-US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보안등급 등</a:t>
              </a:r>
              <a:endParaRPr lang="en-US" altLang="ko-KR" sz="6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7E2152C8-448B-9B8A-8C82-F4B44C100315}"/>
              </a:ext>
            </a:extLst>
          </p:cNvPr>
          <p:cNvGrpSpPr/>
          <p:nvPr/>
        </p:nvGrpSpPr>
        <p:grpSpPr>
          <a:xfrm>
            <a:off x="3328877" y="4592614"/>
            <a:ext cx="1327608" cy="463701"/>
            <a:chOff x="183879" y="4962791"/>
            <a:chExt cx="1327608" cy="463701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146D5DC-854F-D8A8-7B1D-C40C52BB64B9}"/>
                </a:ext>
              </a:extLst>
            </p:cNvPr>
            <p:cNvSpPr txBox="1"/>
            <p:nvPr/>
          </p:nvSpPr>
          <p:spPr>
            <a:xfrm>
              <a:off x="183879" y="4962791"/>
              <a:ext cx="13276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3. </a:t>
              </a:r>
              <a:r>
                <a:rPr lang="ko-KR" altLang="en-US" sz="11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기존 데이터 연계</a:t>
              </a:r>
              <a:endParaRPr lang="en-US" altLang="ko-KR" sz="11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3190618-7CFF-6C1E-D53B-661B06C76C05}"/>
                </a:ext>
              </a:extLst>
            </p:cNvPr>
            <p:cNvSpPr txBox="1"/>
            <p:nvPr/>
          </p:nvSpPr>
          <p:spPr>
            <a:xfrm>
              <a:off x="333647" y="5149493"/>
              <a:ext cx="11128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내부 시스템</a:t>
              </a:r>
              <a:r>
                <a:rPr lang="en-US" altLang="ko-KR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DMS, ERP, </a:t>
              </a:r>
              <a:br>
                <a:rPr lang="en-US" altLang="ko-KR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</a:br>
              <a:r>
                <a:rPr lang="ko-KR" altLang="en-US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결제</a:t>
              </a:r>
              <a:r>
                <a:rPr lang="en-US" altLang="ko-KR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ko-KR" altLang="en-US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시스템</a:t>
              </a:r>
              <a:r>
                <a:rPr lang="en-US" altLang="ko-KR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ko-KR" altLang="en-US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데이터베이스 등</a:t>
              </a:r>
              <a:endParaRPr lang="en-US" altLang="ko-KR" sz="6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A15A3393-BDA1-1973-038C-5EA0EABBE3F0}"/>
              </a:ext>
            </a:extLst>
          </p:cNvPr>
          <p:cNvGrpSpPr/>
          <p:nvPr/>
        </p:nvGrpSpPr>
        <p:grpSpPr>
          <a:xfrm>
            <a:off x="4973418" y="4626121"/>
            <a:ext cx="1247457" cy="396686"/>
            <a:chOff x="179944" y="5397151"/>
            <a:chExt cx="1247457" cy="396686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0E65671-6536-511C-A77A-88E39E1C5D7D}"/>
                </a:ext>
              </a:extLst>
            </p:cNvPr>
            <p:cNvSpPr txBox="1"/>
            <p:nvPr/>
          </p:nvSpPr>
          <p:spPr>
            <a:xfrm>
              <a:off x="179944" y="5397151"/>
              <a:ext cx="124745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4. </a:t>
              </a:r>
              <a:r>
                <a:rPr lang="ko-KR" altLang="en-US" sz="11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기밀기준가이드</a:t>
              </a:r>
              <a:endParaRPr lang="en-US" altLang="ko-KR" sz="11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7CEBD5A-0759-EC2B-568F-80E739BB515E}"/>
                </a:ext>
              </a:extLst>
            </p:cNvPr>
            <p:cNvSpPr txBox="1"/>
            <p:nvPr/>
          </p:nvSpPr>
          <p:spPr>
            <a:xfrm>
              <a:off x="302573" y="5609171"/>
              <a:ext cx="100219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영업비밀 등급분류 가이드</a:t>
              </a:r>
              <a:endParaRPr lang="en-US" altLang="ko-KR" sz="6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BEAE9E70-3C46-70E1-F804-0F848E6DDBEA}"/>
              </a:ext>
            </a:extLst>
          </p:cNvPr>
          <p:cNvSpPr/>
          <p:nvPr/>
        </p:nvSpPr>
        <p:spPr>
          <a:xfrm>
            <a:off x="6480155" y="4048221"/>
            <a:ext cx="1111541" cy="1156384"/>
          </a:xfrm>
          <a:prstGeom prst="roundRect">
            <a:avLst/>
          </a:prstGeom>
          <a:noFill/>
          <a:ln>
            <a:solidFill>
              <a:srgbClr val="84ABC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852FA48-DB0B-B698-B445-D96130E47BE5}"/>
              </a:ext>
            </a:extLst>
          </p:cNvPr>
          <p:cNvSpPr txBox="1"/>
          <p:nvPr/>
        </p:nvSpPr>
        <p:spPr>
          <a:xfrm>
            <a:off x="6656542" y="4087219"/>
            <a:ext cx="7360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355A8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수집 품질 관리</a:t>
            </a: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848A36FF-D9E7-6E5A-7425-F161DE44EB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67" r="3957" b="3452"/>
          <a:stretch>
            <a:fillRect/>
          </a:stretch>
        </p:blipFill>
        <p:spPr>
          <a:xfrm>
            <a:off x="6576065" y="4290096"/>
            <a:ext cx="80477" cy="79651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3D1D1604-025D-DB62-81F7-51E9DB0AE230}"/>
              </a:ext>
            </a:extLst>
          </p:cNvPr>
          <p:cNvSpPr txBox="1"/>
          <p:nvPr/>
        </p:nvSpPr>
        <p:spPr>
          <a:xfrm>
            <a:off x="6599048" y="4226245"/>
            <a:ext cx="95891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파일 형식</a:t>
            </a:r>
            <a:r>
              <a:rPr lang="en-US" altLang="ko-KR" sz="7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 </a:t>
            </a:r>
            <a:r>
              <a:rPr lang="ko-KR" altLang="en-US" sz="7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용량 검증</a:t>
            </a: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9C09A790-A94A-9044-4BBF-88CBFFE6B8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67" r="3957" b="3452"/>
          <a:stretch>
            <a:fillRect/>
          </a:stretch>
        </p:blipFill>
        <p:spPr>
          <a:xfrm>
            <a:off x="6573334" y="4440202"/>
            <a:ext cx="80477" cy="79651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074001A3-F8DC-FCB2-E173-00D0CA529CCA}"/>
              </a:ext>
            </a:extLst>
          </p:cNvPr>
          <p:cNvSpPr txBox="1"/>
          <p:nvPr/>
        </p:nvSpPr>
        <p:spPr>
          <a:xfrm>
            <a:off x="6596317" y="4376351"/>
            <a:ext cx="9861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필수 메타데이터 확인</a:t>
            </a:r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9BD7A617-5656-620B-8507-F60AB34FF6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67" r="3957" b="3452"/>
          <a:stretch>
            <a:fillRect/>
          </a:stretch>
        </p:blipFill>
        <p:spPr>
          <a:xfrm>
            <a:off x="6573334" y="4590308"/>
            <a:ext cx="80477" cy="79651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1B3AE1FA-D90C-DE6C-D0C3-D3A9C71E5E3E}"/>
              </a:ext>
            </a:extLst>
          </p:cNvPr>
          <p:cNvSpPr txBox="1"/>
          <p:nvPr/>
        </p:nvSpPr>
        <p:spPr>
          <a:xfrm>
            <a:off x="6596317" y="4526457"/>
            <a:ext cx="7360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중복 파일 체크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E3A1378-DCE6-2144-B41D-F89EBB198E31}"/>
              </a:ext>
            </a:extLst>
          </p:cNvPr>
          <p:cNvGrpSpPr/>
          <p:nvPr/>
        </p:nvGrpSpPr>
        <p:grpSpPr>
          <a:xfrm>
            <a:off x="533613" y="6211352"/>
            <a:ext cx="6811434" cy="2181040"/>
            <a:chOff x="2976033" y="1846690"/>
            <a:chExt cx="5212999" cy="2181040"/>
          </a:xfrm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A91F6EAB-0BCF-8EB3-4281-E13A6400BD18}"/>
                </a:ext>
              </a:extLst>
            </p:cNvPr>
            <p:cNvSpPr/>
            <p:nvPr/>
          </p:nvSpPr>
          <p:spPr>
            <a:xfrm>
              <a:off x="2976033" y="1846690"/>
              <a:ext cx="5212999" cy="2181040"/>
            </a:xfrm>
            <a:prstGeom prst="roundRect">
              <a:avLst>
                <a:gd name="adj" fmla="val 6114"/>
              </a:avLst>
            </a:prstGeom>
            <a:noFill/>
            <a:ln>
              <a:solidFill>
                <a:srgbClr val="C9D6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noFill/>
              </a:endParaRPr>
            </a:p>
          </p:txBody>
        </p:sp>
        <p:sp>
          <p:nvSpPr>
            <p:cNvPr id="80" name="사각형: 둥근 위쪽 모서리 79">
              <a:extLst>
                <a:ext uri="{FF2B5EF4-FFF2-40B4-BE49-F238E27FC236}">
                  <a16:creationId xmlns:a16="http://schemas.microsoft.com/office/drawing/2014/main" id="{1B356F8D-AA7E-96D9-FD83-BE6585D3702E}"/>
                </a:ext>
              </a:extLst>
            </p:cNvPr>
            <p:cNvSpPr/>
            <p:nvPr/>
          </p:nvSpPr>
          <p:spPr>
            <a:xfrm>
              <a:off x="2976033" y="1846690"/>
              <a:ext cx="5212999" cy="381662"/>
            </a:xfrm>
            <a:prstGeom prst="round2SameRect">
              <a:avLst>
                <a:gd name="adj1" fmla="val 36690"/>
                <a:gd name="adj2" fmla="val 0"/>
              </a:avLst>
            </a:prstGeom>
            <a:solidFill>
              <a:srgbClr val="84AB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텍스트</a:t>
              </a:r>
              <a:r>
                <a:rPr lang="en-US" altLang="ko-KR" sz="10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ko-KR" altLang="en-US" sz="1000" dirty="0" err="1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전처리</a:t>
              </a:r>
              <a:endParaRPr lang="ko-KR" altLang="en-US" sz="10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AF2BA6F1-99A3-6712-BD3D-77EC9954D648}"/>
              </a:ext>
            </a:extLst>
          </p:cNvPr>
          <p:cNvSpPr/>
          <p:nvPr/>
        </p:nvSpPr>
        <p:spPr>
          <a:xfrm>
            <a:off x="679248" y="6678597"/>
            <a:ext cx="1545231" cy="1027995"/>
          </a:xfrm>
          <a:prstGeom prst="roundRect">
            <a:avLst>
              <a:gd name="adj" fmla="val 15020"/>
            </a:avLst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포멧</a:t>
            </a:r>
            <a:r>
              <a:rPr lang="ko-KR" altLang="en-US" sz="9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변환</a:t>
            </a:r>
            <a:r>
              <a:rPr lang="en-US" altLang="ko-KR" sz="9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추출</a:t>
            </a:r>
            <a:r>
              <a:rPr lang="en-US" altLang="ko-KR" sz="9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(OCR</a:t>
            </a:r>
            <a:r>
              <a:rPr lang="ko-KR" altLang="en-US" sz="9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포함</a:t>
            </a:r>
            <a:r>
              <a:rPr lang="en-US" altLang="ko-KR" sz="9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</a:t>
            </a:r>
          </a:p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비정형 문서를 텍스트로 변환</a:t>
            </a:r>
            <a:endParaRPr lang="en-US" altLang="ko-KR" sz="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비정형 문서를 텍스트로 변환</a:t>
            </a:r>
            <a:r>
              <a:rPr kumimoji="0" lang="en-US" altLang="ko-KR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/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650" dirty="0">
                <a:solidFill>
                  <a:prstClr val="black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LLM</a:t>
            </a:r>
            <a:r>
              <a:rPr lang="ko-KR" altLang="en-US" sz="650" dirty="0">
                <a:solidFill>
                  <a:prstClr val="black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을 활용한 </a:t>
            </a:r>
            <a:r>
              <a:rPr kumimoji="0" lang="en-US" altLang="ko-KR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OCR </a:t>
            </a:r>
            <a:r>
              <a:rPr kumimoji="0" lang="ko-KR" alt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텍스트 추출</a:t>
            </a:r>
            <a:endParaRPr kumimoji="0" lang="en-US" altLang="ko-KR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endParaRP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82CB3AD-78C2-FCA7-404E-1F0C8281DF4B}"/>
              </a:ext>
            </a:extLst>
          </p:cNvPr>
          <p:cNvCxnSpPr>
            <a:cxnSpLocks/>
            <a:stCxn id="81" idx="2"/>
          </p:cNvCxnSpPr>
          <p:nvPr/>
        </p:nvCxnSpPr>
        <p:spPr>
          <a:xfrm flipH="1">
            <a:off x="1451863" y="7706592"/>
            <a:ext cx="1" cy="1818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93B0D86C-FD4E-E250-B2E8-5C5406402B8B}"/>
              </a:ext>
            </a:extLst>
          </p:cNvPr>
          <p:cNvSpPr/>
          <p:nvPr/>
        </p:nvSpPr>
        <p:spPr>
          <a:xfrm>
            <a:off x="679248" y="7894564"/>
            <a:ext cx="1545231" cy="390565"/>
          </a:xfrm>
          <a:prstGeom prst="roundRect">
            <a:avLst>
              <a:gd name="adj" fmla="val 15020"/>
            </a:avLst>
          </a:prstGeom>
          <a:solidFill>
            <a:srgbClr val="C9D6E5"/>
          </a:solidFill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변형된 텍스트</a:t>
            </a:r>
            <a:r>
              <a:rPr lang="en-US" altLang="ko-KR" sz="9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(.txt)</a:t>
            </a: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원문에서 추출된 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</a:t>
            </a:r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차 텍스트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</a:t>
            </a:r>
            <a:endParaRPr lang="ko-KR" altLang="en-US" sz="7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ED59E19F-C106-4A01-9BE2-7D1135D33895}"/>
              </a:ext>
            </a:extLst>
          </p:cNvPr>
          <p:cNvSpPr/>
          <p:nvPr/>
        </p:nvSpPr>
        <p:spPr>
          <a:xfrm>
            <a:off x="738245" y="5694300"/>
            <a:ext cx="6508872" cy="2235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수집 데이터 통합</a:t>
            </a:r>
          </a:p>
        </p:txBody>
      </p: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02CF25EC-CD3D-0011-E818-A2D387F0DA04}"/>
              </a:ext>
            </a:extLst>
          </p:cNvPr>
          <p:cNvCxnSpPr>
            <a:cxnSpLocks/>
          </p:cNvCxnSpPr>
          <p:nvPr/>
        </p:nvCxnSpPr>
        <p:spPr>
          <a:xfrm>
            <a:off x="2224479" y="7214018"/>
            <a:ext cx="1185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335366FF-3D31-6856-72DA-49600A97122D}"/>
              </a:ext>
            </a:extLst>
          </p:cNvPr>
          <p:cNvSpPr/>
          <p:nvPr/>
        </p:nvSpPr>
        <p:spPr>
          <a:xfrm>
            <a:off x="2343013" y="6680240"/>
            <a:ext cx="1545231" cy="1027995"/>
          </a:xfrm>
          <a:prstGeom prst="roundRect">
            <a:avLst>
              <a:gd name="adj" fmla="val 15020"/>
            </a:avLst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정제</a:t>
            </a:r>
            <a:r>
              <a:rPr lang="en-US" altLang="ko-KR" sz="9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정규화</a:t>
            </a:r>
            <a:endParaRPr lang="en-US" altLang="ko-KR" sz="9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비정형 문서를 텍스트로 변환</a:t>
            </a:r>
            <a:endParaRPr lang="en-US" altLang="ko-KR" sz="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불용어</a:t>
            </a:r>
            <a:r>
              <a:rPr kumimoji="0" lang="ko-KR" alt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 제거</a:t>
            </a:r>
            <a:r>
              <a:rPr kumimoji="0" lang="en-US" altLang="ko-KR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, </a:t>
            </a:r>
            <a:r>
              <a:rPr kumimoji="0" lang="ko-KR" alt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공백</a:t>
            </a:r>
            <a:r>
              <a:rPr kumimoji="0" lang="en-US" altLang="ko-KR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/</a:t>
            </a:r>
            <a:r>
              <a:rPr kumimoji="0" lang="ko-KR" alt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특수문자 정리</a:t>
            </a:r>
            <a:r>
              <a:rPr kumimoji="0" lang="en-US" altLang="ko-KR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/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50" dirty="0">
                <a:solidFill>
                  <a:prstClr val="black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띄어쓰기</a:t>
            </a:r>
            <a:r>
              <a:rPr lang="en-US" altLang="ko-KR" sz="650" dirty="0">
                <a:solidFill>
                  <a:prstClr val="black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</a:t>
            </a:r>
            <a:r>
              <a:rPr lang="ko-KR" altLang="en-US" sz="650" dirty="0">
                <a:solidFill>
                  <a:prstClr val="black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맞춤법</a:t>
            </a:r>
            <a:r>
              <a:rPr lang="en-US" altLang="ko-KR" sz="650" dirty="0">
                <a:solidFill>
                  <a:prstClr val="black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650" dirty="0">
                <a:solidFill>
                  <a:prstClr val="black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문장부호 정규화</a:t>
            </a:r>
            <a:endParaRPr kumimoji="0" lang="en-US" altLang="ko-KR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C36DEA5C-9613-F411-61D1-C3BD998FF203}"/>
              </a:ext>
            </a:extLst>
          </p:cNvPr>
          <p:cNvCxnSpPr>
            <a:cxnSpLocks/>
            <a:stCxn id="86" idx="2"/>
          </p:cNvCxnSpPr>
          <p:nvPr/>
        </p:nvCxnSpPr>
        <p:spPr>
          <a:xfrm flipH="1">
            <a:off x="3115628" y="7708235"/>
            <a:ext cx="1" cy="1818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B29759B2-8BC5-4F8D-87C4-F617C66F45BC}"/>
              </a:ext>
            </a:extLst>
          </p:cNvPr>
          <p:cNvSpPr/>
          <p:nvPr/>
        </p:nvSpPr>
        <p:spPr>
          <a:xfrm>
            <a:off x="2343013" y="7896207"/>
            <a:ext cx="1545231" cy="390565"/>
          </a:xfrm>
          <a:prstGeom prst="roundRect">
            <a:avLst>
              <a:gd name="adj" fmla="val 15020"/>
            </a:avLst>
          </a:prstGeom>
          <a:solidFill>
            <a:srgbClr val="C9D6E5"/>
          </a:solidFill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정제된 텍스트</a:t>
            </a:r>
            <a:endParaRPr lang="en-US" altLang="ko-KR" sz="9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</a:t>
            </a:r>
            <a:r>
              <a:rPr lang="ko-KR" altLang="en-US" sz="700" dirty="0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불용어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·</a:t>
            </a:r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공백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·</a:t>
            </a:r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특수문자 정리 완료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</a:t>
            </a:r>
            <a:endParaRPr lang="ko-KR" altLang="en-US" sz="7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50244782-83AE-8B8D-4410-F273F277587C}"/>
              </a:ext>
            </a:extLst>
          </p:cNvPr>
          <p:cNvCxnSpPr>
            <a:cxnSpLocks/>
          </p:cNvCxnSpPr>
          <p:nvPr/>
        </p:nvCxnSpPr>
        <p:spPr>
          <a:xfrm>
            <a:off x="3888244" y="7214341"/>
            <a:ext cx="1185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87F77930-C69F-B744-4CCC-7B41EAFFE2E6}"/>
              </a:ext>
            </a:extLst>
          </p:cNvPr>
          <p:cNvSpPr/>
          <p:nvPr/>
        </p:nvSpPr>
        <p:spPr>
          <a:xfrm>
            <a:off x="3998435" y="6666988"/>
            <a:ext cx="1545231" cy="1027995"/>
          </a:xfrm>
          <a:prstGeom prst="roundRect">
            <a:avLst>
              <a:gd name="adj" fmla="val 15020"/>
            </a:avLst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노이즈 제거</a:t>
            </a:r>
            <a:endParaRPr lang="en-US" altLang="ko-KR" sz="8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텍스트로 변환</a:t>
            </a:r>
            <a:endParaRPr lang="en-US" altLang="ko-KR" sz="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오탈자</a:t>
            </a:r>
            <a:r>
              <a:rPr kumimoji="0" lang="en-US" altLang="ko-KR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, </a:t>
            </a:r>
            <a:r>
              <a:rPr kumimoji="0" lang="ko-KR" alt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반복 문구</a:t>
            </a:r>
            <a:r>
              <a:rPr kumimoji="0" lang="en-US" altLang="ko-KR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, </a:t>
            </a:r>
            <a:r>
              <a:rPr kumimoji="0" lang="ko-KR" alt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불필요 문장 제거</a:t>
            </a:r>
            <a:r>
              <a:rPr kumimoji="0" lang="en-US" altLang="ko-KR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/</a:t>
            </a:r>
            <a:r>
              <a:rPr kumimoji="0" lang="ko-KR" alt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헤더</a:t>
            </a:r>
            <a:r>
              <a:rPr kumimoji="0" lang="en-US" altLang="ko-KR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/</a:t>
            </a:r>
            <a:r>
              <a:rPr kumimoji="0" lang="ko-KR" altLang="en-US" sz="6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푸터</a:t>
            </a:r>
            <a:r>
              <a:rPr kumimoji="0" lang="en-US" altLang="ko-KR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/</a:t>
            </a:r>
            <a:r>
              <a:rPr kumimoji="0" lang="ko-KR" alt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광고성 문구 제거</a:t>
            </a:r>
            <a:endParaRPr kumimoji="0" lang="en-US" altLang="ko-KR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endParaRPr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4B8D95F2-190C-7305-7E05-89735F5F20EB}"/>
              </a:ext>
            </a:extLst>
          </p:cNvPr>
          <p:cNvCxnSpPr>
            <a:cxnSpLocks/>
            <a:stCxn id="90" idx="2"/>
          </p:cNvCxnSpPr>
          <p:nvPr/>
        </p:nvCxnSpPr>
        <p:spPr>
          <a:xfrm flipH="1">
            <a:off x="4771050" y="7694983"/>
            <a:ext cx="1" cy="1818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774AE570-CA07-B44D-AF6A-C25BD708581E}"/>
              </a:ext>
            </a:extLst>
          </p:cNvPr>
          <p:cNvSpPr/>
          <p:nvPr/>
        </p:nvSpPr>
        <p:spPr>
          <a:xfrm>
            <a:off x="3998435" y="7882955"/>
            <a:ext cx="1545231" cy="390565"/>
          </a:xfrm>
          <a:prstGeom prst="roundRect">
            <a:avLst>
              <a:gd name="adj" fmla="val 15020"/>
            </a:avLst>
          </a:prstGeom>
          <a:solidFill>
            <a:srgbClr val="C9D6E5"/>
          </a:solidFill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노이즈 제거 텍스트</a:t>
            </a:r>
            <a:endParaRPr lang="en-US" altLang="ko-KR" sz="9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오류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반복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불필요 요소 제거 완료</a:t>
            </a:r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</a:t>
            </a:r>
            <a:endParaRPr lang="ko-KR" altLang="en-US" sz="7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733BFD05-5508-7CF7-CA89-527CCCB0D590}"/>
              </a:ext>
            </a:extLst>
          </p:cNvPr>
          <p:cNvCxnSpPr>
            <a:cxnSpLocks/>
          </p:cNvCxnSpPr>
          <p:nvPr/>
        </p:nvCxnSpPr>
        <p:spPr>
          <a:xfrm>
            <a:off x="5543666" y="7202409"/>
            <a:ext cx="1185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072E6968-8DA4-4B90-F84B-89AF8C4E6739}"/>
              </a:ext>
            </a:extLst>
          </p:cNvPr>
          <p:cNvSpPr/>
          <p:nvPr/>
        </p:nvSpPr>
        <p:spPr>
          <a:xfrm>
            <a:off x="5662200" y="6668631"/>
            <a:ext cx="1545231" cy="1027995"/>
          </a:xfrm>
          <a:prstGeom prst="roundRect">
            <a:avLst>
              <a:gd name="adj" fmla="val 15020"/>
            </a:avLst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구조화 변환</a:t>
            </a:r>
            <a:endParaRPr lang="en-US" altLang="ko-KR" sz="9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endParaRPr>
          </a:p>
          <a:p>
            <a:pPr algn="ctr"/>
            <a:r>
              <a:rPr kumimoji="0" lang="ko-KR" alt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문단 단위 분리 및 순서화</a:t>
            </a:r>
            <a:r>
              <a:rPr kumimoji="0" lang="en-US" altLang="ko-KR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/</a:t>
            </a:r>
          </a:p>
          <a:p>
            <a:pPr algn="ctr"/>
            <a:r>
              <a:rPr lang="ko-KR" altLang="en-US" sz="650" dirty="0">
                <a:solidFill>
                  <a:prstClr val="black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표</a:t>
            </a:r>
            <a:r>
              <a:rPr lang="en-US" altLang="ko-KR" sz="650" dirty="0">
                <a:solidFill>
                  <a:prstClr val="black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650" dirty="0">
                <a:solidFill>
                  <a:prstClr val="black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이미지 추출 및 텍스트화</a:t>
            </a:r>
            <a:r>
              <a:rPr lang="en-US" altLang="ko-KR" sz="650" dirty="0">
                <a:solidFill>
                  <a:prstClr val="black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</a:p>
          <a:p>
            <a:pPr algn="ctr"/>
            <a:r>
              <a:rPr kumimoji="0" lang="ko-KR" alt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문서 구조</a:t>
            </a:r>
            <a:r>
              <a:rPr lang="en-US" altLang="ko-KR" sz="650" dirty="0">
                <a:solidFill>
                  <a:prstClr val="black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650" dirty="0">
                <a:solidFill>
                  <a:prstClr val="black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인식</a:t>
            </a:r>
            <a:endParaRPr kumimoji="0" lang="en-US" altLang="ko-KR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6447EE10-AE62-8BA0-10C5-29C24D16B89D}"/>
              </a:ext>
            </a:extLst>
          </p:cNvPr>
          <p:cNvCxnSpPr>
            <a:cxnSpLocks/>
            <a:stCxn id="94" idx="2"/>
          </p:cNvCxnSpPr>
          <p:nvPr/>
        </p:nvCxnSpPr>
        <p:spPr>
          <a:xfrm flipH="1">
            <a:off x="6434815" y="7696626"/>
            <a:ext cx="1" cy="1818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3694FCC7-3738-2ADA-6804-DB1BD7620A93}"/>
              </a:ext>
            </a:extLst>
          </p:cNvPr>
          <p:cNvSpPr/>
          <p:nvPr/>
        </p:nvSpPr>
        <p:spPr>
          <a:xfrm>
            <a:off x="5662200" y="7884598"/>
            <a:ext cx="1545231" cy="390565"/>
          </a:xfrm>
          <a:prstGeom prst="roundRect">
            <a:avLst>
              <a:gd name="adj" fmla="val 15020"/>
            </a:avLst>
          </a:prstGeom>
          <a:solidFill>
            <a:srgbClr val="C9D6E5"/>
          </a:solidFill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구조화 데이터</a:t>
            </a:r>
            <a:endParaRPr lang="en-US" altLang="ko-KR" sz="9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(JSON/Markdown)</a:t>
            </a:r>
            <a:endParaRPr lang="ko-KR" altLang="en-US" sz="9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603CE2F5-4C92-3507-734D-C19B280B4969}"/>
              </a:ext>
            </a:extLst>
          </p:cNvPr>
          <p:cNvSpPr/>
          <p:nvPr/>
        </p:nvSpPr>
        <p:spPr>
          <a:xfrm>
            <a:off x="2684546" y="8745278"/>
            <a:ext cx="2358856" cy="1683213"/>
          </a:xfrm>
          <a:prstGeom prst="roundRect">
            <a:avLst>
              <a:gd name="adj" fmla="val 8629"/>
            </a:avLst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98" name="사각형: 둥근 위쪽 모서리 97">
            <a:extLst>
              <a:ext uri="{FF2B5EF4-FFF2-40B4-BE49-F238E27FC236}">
                <a16:creationId xmlns:a16="http://schemas.microsoft.com/office/drawing/2014/main" id="{6FC23576-3785-950A-11FC-F35882A7B688}"/>
              </a:ext>
            </a:extLst>
          </p:cNvPr>
          <p:cNvSpPr/>
          <p:nvPr/>
        </p:nvSpPr>
        <p:spPr>
          <a:xfrm>
            <a:off x="2684546" y="8745278"/>
            <a:ext cx="2358856" cy="388933"/>
          </a:xfrm>
          <a:prstGeom prst="round2SameRect">
            <a:avLst>
              <a:gd name="adj1" fmla="val 36690"/>
              <a:gd name="adj2" fmla="val 0"/>
            </a:avLst>
          </a:prstGeom>
          <a:solidFill>
            <a:srgbClr val="84AB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데이터 저장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5DE73D7F-E3CB-7D35-8200-21398C3D1D5D}"/>
              </a:ext>
            </a:extLst>
          </p:cNvPr>
          <p:cNvSpPr/>
          <p:nvPr/>
        </p:nvSpPr>
        <p:spPr>
          <a:xfrm>
            <a:off x="2725557" y="9256224"/>
            <a:ext cx="1087838" cy="1027995"/>
          </a:xfrm>
          <a:prstGeom prst="roundRect">
            <a:avLst>
              <a:gd name="adj" fmla="val 15020"/>
            </a:avLst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임베이딩</a:t>
            </a:r>
            <a:r>
              <a:rPr lang="ko-KR" altLang="en-US" sz="9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생성</a:t>
            </a:r>
            <a:endParaRPr lang="en-US" altLang="ko-KR" sz="900" b="1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endParaRPr>
          </a:p>
          <a:p>
            <a:pPr algn="ctr"/>
            <a:r>
              <a:rPr kumimoji="0" lang="ko-KR" altLang="en-US" sz="6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청크</a:t>
            </a:r>
            <a:r>
              <a:rPr kumimoji="0" lang="ko-KR" altLang="en-US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 분할</a:t>
            </a:r>
            <a:r>
              <a:rPr kumimoji="0" lang="en-US" altLang="ko-KR" sz="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/</a:t>
            </a:r>
          </a:p>
          <a:p>
            <a:pPr algn="ctr"/>
            <a:r>
              <a:rPr lang="ko-KR" altLang="en-US" sz="650" dirty="0">
                <a:solidFill>
                  <a:prstClr val="black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등급별 기준 문서 </a:t>
            </a:r>
            <a:r>
              <a:rPr lang="ko-KR" altLang="en-US" sz="650" dirty="0" err="1">
                <a:solidFill>
                  <a:prstClr val="black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임베딩</a:t>
            </a:r>
            <a:r>
              <a:rPr lang="ko-KR" altLang="en-US" sz="650" dirty="0">
                <a:solidFill>
                  <a:prstClr val="black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모델로 변환</a:t>
            </a:r>
            <a:r>
              <a:rPr lang="en-US" altLang="ko-KR" sz="650" dirty="0">
                <a:solidFill>
                  <a:prstClr val="black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br>
              <a:rPr lang="en-US" altLang="ko-KR" sz="650" dirty="0">
                <a:solidFill>
                  <a:prstClr val="black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ko-KR" altLang="en-US" sz="650" dirty="0">
                <a:solidFill>
                  <a:prstClr val="black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참조 벡터 생성 </a:t>
            </a:r>
          </a:p>
          <a:p>
            <a:pPr algn="ctr"/>
            <a:endParaRPr kumimoji="0" lang="en-US" altLang="ko-KR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endParaRP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202ED86E-4453-0C0D-F432-72A0CBDBC03E}"/>
              </a:ext>
            </a:extLst>
          </p:cNvPr>
          <p:cNvSpPr/>
          <p:nvPr/>
        </p:nvSpPr>
        <p:spPr>
          <a:xfrm>
            <a:off x="3902201" y="9248096"/>
            <a:ext cx="1087838" cy="1027995"/>
          </a:xfrm>
          <a:prstGeom prst="roundRect">
            <a:avLst>
              <a:gd name="adj" fmla="val 15020"/>
            </a:avLst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벡터</a:t>
            </a:r>
            <a:r>
              <a:rPr lang="en-US" altLang="ko-KR" sz="9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DB </a:t>
            </a:r>
            <a:r>
              <a:rPr lang="ko-KR" altLang="en-US" sz="900" b="1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저장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endParaRPr>
          </a:p>
          <a:p>
            <a:pPr algn="ctr"/>
            <a:endParaRPr kumimoji="0" lang="en-US" altLang="ko-KR" sz="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endParaRPr>
          </a:p>
          <a:p>
            <a:pPr algn="ctr"/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유사문서 검색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/</a:t>
            </a:r>
          </a:p>
          <a:p>
            <a:pPr algn="ctr"/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Top-K </a:t>
            </a:r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검색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/</a:t>
            </a:r>
          </a:p>
          <a:p>
            <a:pPr algn="ctr"/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참조 기반 판단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+mn-cs"/>
              </a:rPr>
              <a:t>/</a:t>
            </a:r>
          </a:p>
          <a:p>
            <a:pPr algn="ctr"/>
            <a:endParaRPr kumimoji="0" lang="en-US" altLang="ko-KR" sz="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endParaRP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(Vespa/</a:t>
            </a: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Elasticsearch)</a:t>
            </a: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5A7ED0BF-FEBE-AE15-83AA-FCC96A9705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67" r="3957" b="3452"/>
          <a:stretch>
            <a:fillRect/>
          </a:stretch>
        </p:blipFill>
        <p:spPr>
          <a:xfrm>
            <a:off x="6573334" y="4728168"/>
            <a:ext cx="80477" cy="79651"/>
          </a:xfrm>
          <a:prstGeom prst="rect">
            <a:avLst/>
          </a:prstGeom>
        </p:spPr>
      </p:pic>
      <p:pic>
        <p:nvPicPr>
          <p:cNvPr id="103" name="그림 102">
            <a:extLst>
              <a:ext uri="{FF2B5EF4-FFF2-40B4-BE49-F238E27FC236}">
                <a16:creationId xmlns:a16="http://schemas.microsoft.com/office/drawing/2014/main" id="{2AE95B1E-D896-F65D-A871-0AFB40465D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67" r="3957" b="3452"/>
          <a:stretch>
            <a:fillRect/>
          </a:stretch>
        </p:blipFill>
        <p:spPr>
          <a:xfrm>
            <a:off x="6570603" y="4878274"/>
            <a:ext cx="80477" cy="79651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53C2C5CA-3865-A5E0-7B08-61B87FEA29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67" r="3957" b="3452"/>
          <a:stretch>
            <a:fillRect/>
          </a:stretch>
        </p:blipFill>
        <p:spPr>
          <a:xfrm>
            <a:off x="6570603" y="5028380"/>
            <a:ext cx="80477" cy="79651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0D632A6D-CEFD-4971-CF7D-F5A4F74ECBBF}"/>
              </a:ext>
            </a:extLst>
          </p:cNvPr>
          <p:cNvSpPr txBox="1"/>
          <p:nvPr/>
        </p:nvSpPr>
        <p:spPr>
          <a:xfrm>
            <a:off x="6596316" y="4678315"/>
            <a:ext cx="92845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지원 포맷 여부 확인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E263619-7C69-064A-6961-BE2A10A5358C}"/>
              </a:ext>
            </a:extLst>
          </p:cNvPr>
          <p:cNvSpPr txBox="1"/>
          <p:nvPr/>
        </p:nvSpPr>
        <p:spPr>
          <a:xfrm>
            <a:off x="6596315" y="4818072"/>
            <a:ext cx="9861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메타데이터 누락 점검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5A4CE33-F0C6-57A9-F992-061816383DBB}"/>
              </a:ext>
            </a:extLst>
          </p:cNvPr>
          <p:cNvSpPr txBox="1"/>
          <p:nvPr/>
        </p:nvSpPr>
        <p:spPr>
          <a:xfrm>
            <a:off x="6596314" y="4969335"/>
            <a:ext cx="7360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손상 파일 검사</a:t>
            </a: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4D5A746D-6AB5-272B-7566-BEC851BFDAFE}"/>
              </a:ext>
            </a:extLst>
          </p:cNvPr>
          <p:cNvCxnSpPr/>
          <p:nvPr/>
        </p:nvCxnSpPr>
        <p:spPr>
          <a:xfrm>
            <a:off x="1511523" y="4669959"/>
            <a:ext cx="0" cy="358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F2149620-ABFC-8B13-2082-09EC889ABB08}"/>
              </a:ext>
            </a:extLst>
          </p:cNvPr>
          <p:cNvCxnSpPr/>
          <p:nvPr/>
        </p:nvCxnSpPr>
        <p:spPr>
          <a:xfrm>
            <a:off x="3203711" y="4669959"/>
            <a:ext cx="0" cy="358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FF38A27F-DB97-D4A6-5939-D7EFB5242EDA}"/>
              </a:ext>
            </a:extLst>
          </p:cNvPr>
          <p:cNvCxnSpPr/>
          <p:nvPr/>
        </p:nvCxnSpPr>
        <p:spPr>
          <a:xfrm>
            <a:off x="4823891" y="4669959"/>
            <a:ext cx="0" cy="358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15C91063-7116-01F1-286F-A81892892BB9}"/>
              </a:ext>
            </a:extLst>
          </p:cNvPr>
          <p:cNvGrpSpPr/>
          <p:nvPr/>
        </p:nvGrpSpPr>
        <p:grpSpPr>
          <a:xfrm>
            <a:off x="1989344" y="5283995"/>
            <a:ext cx="3807414" cy="344176"/>
            <a:chOff x="1844569" y="4818666"/>
            <a:chExt cx="2718283" cy="344176"/>
          </a:xfrm>
        </p:grpSpPr>
        <p:pic>
          <p:nvPicPr>
            <p:cNvPr id="117" name="Picture 503" descr="화살표">
              <a:extLst>
                <a:ext uri="{FF2B5EF4-FFF2-40B4-BE49-F238E27FC236}">
                  <a16:creationId xmlns:a16="http://schemas.microsoft.com/office/drawing/2014/main" id="{CF041F40-F9D5-BE7A-E449-F4E2645582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0800000" flipH="1">
              <a:off x="1844569" y="4925005"/>
              <a:ext cx="2718283" cy="237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8" name="Picture 503" descr="화살표">
              <a:extLst>
                <a:ext uri="{FF2B5EF4-FFF2-40B4-BE49-F238E27FC236}">
                  <a16:creationId xmlns:a16="http://schemas.microsoft.com/office/drawing/2014/main" id="{D24121A9-D744-2A8C-C5DD-4129DF287C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0800000" flipH="1">
              <a:off x="1844569" y="4818666"/>
              <a:ext cx="2718283" cy="237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C918089C-4623-D260-E4CA-AABEE1C92335}"/>
              </a:ext>
            </a:extLst>
          </p:cNvPr>
          <p:cNvGrpSpPr/>
          <p:nvPr/>
        </p:nvGrpSpPr>
        <p:grpSpPr>
          <a:xfrm>
            <a:off x="1989344" y="5979269"/>
            <a:ext cx="3807414" cy="344176"/>
            <a:chOff x="1844569" y="4818666"/>
            <a:chExt cx="2718283" cy="344176"/>
          </a:xfrm>
        </p:grpSpPr>
        <p:pic>
          <p:nvPicPr>
            <p:cNvPr id="121" name="Picture 503" descr="화살표">
              <a:extLst>
                <a:ext uri="{FF2B5EF4-FFF2-40B4-BE49-F238E27FC236}">
                  <a16:creationId xmlns:a16="http://schemas.microsoft.com/office/drawing/2014/main" id="{67AB3336-6C8B-0E14-2754-F5796A5AC7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0800000" flipH="1">
              <a:off x="1844569" y="4925005"/>
              <a:ext cx="2718283" cy="237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" name="Picture 503" descr="화살표">
              <a:extLst>
                <a:ext uri="{FF2B5EF4-FFF2-40B4-BE49-F238E27FC236}">
                  <a16:creationId xmlns:a16="http://schemas.microsoft.com/office/drawing/2014/main" id="{28AF329C-8BF8-E2FF-1C88-BC83A2BE47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0800000" flipH="1">
              <a:off x="1844569" y="4818666"/>
              <a:ext cx="2718283" cy="237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5F6B7F89-74F4-0E81-7BD0-7CF9866EE767}"/>
              </a:ext>
            </a:extLst>
          </p:cNvPr>
          <p:cNvGrpSpPr/>
          <p:nvPr/>
        </p:nvGrpSpPr>
        <p:grpSpPr>
          <a:xfrm>
            <a:off x="1989344" y="8395533"/>
            <a:ext cx="3807414" cy="344176"/>
            <a:chOff x="1844569" y="4818666"/>
            <a:chExt cx="2718283" cy="344176"/>
          </a:xfrm>
        </p:grpSpPr>
        <p:pic>
          <p:nvPicPr>
            <p:cNvPr id="124" name="Picture 503" descr="화살표">
              <a:extLst>
                <a:ext uri="{FF2B5EF4-FFF2-40B4-BE49-F238E27FC236}">
                  <a16:creationId xmlns:a16="http://schemas.microsoft.com/office/drawing/2014/main" id="{D2426163-013D-C0F0-608C-DE67F00B03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0800000" flipH="1">
              <a:off x="1844569" y="4925005"/>
              <a:ext cx="2718283" cy="237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5" name="Picture 503" descr="화살표">
              <a:extLst>
                <a:ext uri="{FF2B5EF4-FFF2-40B4-BE49-F238E27FC236}">
                  <a16:creationId xmlns:a16="http://schemas.microsoft.com/office/drawing/2014/main" id="{66FA8E6A-389C-71CB-5EFB-4153507117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0800000" flipH="1">
              <a:off x="1844569" y="4818666"/>
              <a:ext cx="2718283" cy="237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6E2F656E-82C8-5307-CF7F-DACED94779CB}"/>
              </a:ext>
            </a:extLst>
          </p:cNvPr>
          <p:cNvSpPr txBox="1"/>
          <p:nvPr/>
        </p:nvSpPr>
        <p:spPr>
          <a:xfrm>
            <a:off x="346998" y="3134084"/>
            <a:ext cx="6304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다양한 포맷의 전자 문서를 수집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전처리</a:t>
            </a:r>
            <a:r>
              <a:rPr lang="en-US" altLang="ko-KR" sz="1600" dirty="0"/>
              <a:t>, </a:t>
            </a:r>
            <a:r>
              <a:rPr lang="ko-KR" altLang="en-US" sz="1600" dirty="0"/>
              <a:t>벡터화</a:t>
            </a:r>
            <a:r>
              <a:rPr lang="en-US" altLang="ko-KR" sz="1600" dirty="0"/>
              <a:t>,</a:t>
            </a:r>
            <a:r>
              <a:rPr lang="ko-KR" altLang="en-US" sz="1600" dirty="0"/>
              <a:t> 저장 등 수행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텍스트 </a:t>
            </a:r>
            <a:r>
              <a:rPr lang="ko-KR" altLang="en-US" sz="1600" dirty="0" err="1"/>
              <a:t>전처리</a:t>
            </a:r>
            <a:r>
              <a:rPr lang="ko-KR" altLang="en-US" sz="1600" dirty="0"/>
              <a:t> 과정에서 </a:t>
            </a:r>
            <a:r>
              <a:rPr lang="en-US" altLang="ko-KR" sz="1600" dirty="0"/>
              <a:t>OCR/ LLM/ </a:t>
            </a:r>
            <a:r>
              <a:rPr lang="ko-KR" altLang="en-US" sz="1600" dirty="0"/>
              <a:t>텍스트 추출 엔진 등을 활용하여 정제</a:t>
            </a:r>
            <a:r>
              <a:rPr lang="en-US" altLang="ko-KR" sz="1600" dirty="0"/>
              <a:t>, </a:t>
            </a:r>
            <a:r>
              <a:rPr lang="ko-KR" altLang="en-US" sz="1600" dirty="0"/>
              <a:t>정규화</a:t>
            </a:r>
            <a:r>
              <a:rPr lang="en-US" altLang="ko-KR" sz="1600" dirty="0"/>
              <a:t>, </a:t>
            </a:r>
            <a:r>
              <a:rPr lang="ko-KR" altLang="en-US" sz="1600" dirty="0"/>
              <a:t>노이즈 제거</a:t>
            </a:r>
            <a:r>
              <a:rPr lang="en-US" altLang="ko-KR" sz="1600" dirty="0"/>
              <a:t>, </a:t>
            </a:r>
            <a:r>
              <a:rPr lang="ko-KR" altLang="en-US" sz="1600" dirty="0"/>
              <a:t>구조화 등 수행</a:t>
            </a: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C01A5-2EC2-68E4-B5EB-4E71D732ED01}"/>
              </a:ext>
            </a:extLst>
          </p:cNvPr>
          <p:cNvSpPr txBox="1"/>
          <p:nvPr/>
        </p:nvSpPr>
        <p:spPr>
          <a:xfrm>
            <a:off x="373807" y="10279049"/>
            <a:ext cx="39998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구축 조건 및 환경에 따라 아키텍처 변경이 필요할 수 있습니다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3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67534-6D76-020D-72FD-FEE720342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43236580-34C3-8C38-7B6B-A74AAACCC83D}"/>
              </a:ext>
            </a:extLst>
          </p:cNvPr>
          <p:cNvSpPr/>
          <p:nvPr/>
        </p:nvSpPr>
        <p:spPr>
          <a:xfrm>
            <a:off x="1079787" y="600434"/>
            <a:ext cx="1723870" cy="3881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kumimoji="0" lang="en-US" altLang="ko-KR" sz="1000" spc="-30" dirty="0">
                <a:ln>
                  <a:solidFill>
                    <a:srgbClr val="5BA0AB">
                      <a:alpha val="0"/>
                    </a:srgbClr>
                  </a:solidFill>
                </a:ln>
                <a:solidFill>
                  <a:srgbClr val="36415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1. </a:t>
            </a:r>
            <a:r>
              <a:rPr kumimoji="0" lang="ko-KR" altLang="en-US" sz="1000" spc="-30" dirty="0">
                <a:ln>
                  <a:solidFill>
                    <a:srgbClr val="5BA0AB">
                      <a:alpha val="0"/>
                    </a:srgbClr>
                  </a:solidFill>
                </a:ln>
                <a:solidFill>
                  <a:srgbClr val="36415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기능 요구사항 </a:t>
            </a:r>
            <a:r>
              <a:rPr kumimoji="0" lang="en-US" altLang="ko-KR" sz="1000" spc="-30" dirty="0">
                <a:ln>
                  <a:solidFill>
                    <a:srgbClr val="5BA0AB">
                      <a:alpha val="0"/>
                    </a:srgbClr>
                  </a:solidFill>
                </a:ln>
                <a:solidFill>
                  <a:srgbClr val="36415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&gt; 1.1</a:t>
            </a:r>
            <a:r>
              <a:rPr kumimoji="0" lang="ko-KR" altLang="en-US" sz="1000" spc="-30" dirty="0">
                <a:ln>
                  <a:solidFill>
                    <a:srgbClr val="5BA0AB">
                      <a:alpha val="0"/>
                    </a:srgbClr>
                  </a:solidFill>
                </a:ln>
                <a:solidFill>
                  <a:srgbClr val="36415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공통 요구사항</a:t>
            </a:r>
            <a:endParaRPr kumimoji="0" lang="ko-KR" altLang="en-US" sz="1000" b="0" i="0" u="none" strike="noStrike" kern="1200" cap="none" spc="-30" normalizeH="0" baseline="0" noProof="0" dirty="0">
              <a:ln>
                <a:solidFill>
                  <a:srgbClr val="5BA0AB">
                    <a:alpha val="0"/>
                  </a:srgbClr>
                </a:solidFill>
              </a:ln>
              <a:solidFill>
                <a:srgbClr val="364158"/>
              </a:solidFill>
              <a:effectLst/>
              <a:uLnTx/>
              <a:uFillTx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 dirty="0">
                <a:ln>
                  <a:noFill/>
                </a:ln>
                <a:solidFill>
                  <a:srgbClr val="364158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1.1.1 </a:t>
            </a:r>
            <a:r>
              <a:rPr lang="ko-KR" altLang="en-US" sz="1200" spc="-30" dirty="0">
                <a:solidFill>
                  <a:srgbClr val="364158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개요</a:t>
            </a:r>
            <a:endParaRPr kumimoji="0" lang="ko-KR" altLang="en-US" sz="1200" b="0" i="0" u="none" strike="noStrike" kern="1200" cap="none" spc="-30" normalizeH="0" baseline="0" noProof="0" dirty="0">
              <a:ln>
                <a:noFill/>
              </a:ln>
              <a:solidFill>
                <a:srgbClr val="364158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4292A891-542B-1F53-2FC8-5ADEB801DD0C}"/>
              </a:ext>
            </a:extLst>
          </p:cNvPr>
          <p:cNvSpPr txBox="1">
            <a:spLocks/>
          </p:cNvSpPr>
          <p:nvPr/>
        </p:nvSpPr>
        <p:spPr>
          <a:xfrm>
            <a:off x="862269" y="2305840"/>
            <a:ext cx="1613262" cy="21544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pPr defTabSz="1006846" fontAlgn="auto">
              <a:lnSpc>
                <a:spcPct val="100000"/>
              </a:lnSpc>
              <a:spcAft>
                <a:spcPts val="0"/>
              </a:spcAft>
              <a:defRPr/>
            </a:pPr>
            <a:r>
              <a:rPr lang="ko-KR" altLang="en-US" sz="1400" spc="-40" dirty="0">
                <a:ln w="635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홈페이지 구축 공통사항 </a:t>
            </a:r>
          </a:p>
        </p:txBody>
      </p:sp>
      <p:sp>
        <p:nvSpPr>
          <p:cNvPr id="70" name="제목 1">
            <a:extLst>
              <a:ext uri="{FF2B5EF4-FFF2-40B4-BE49-F238E27FC236}">
                <a16:creationId xmlns:a16="http://schemas.microsoft.com/office/drawing/2014/main" id="{512756CA-3B8A-7C44-FCC6-87934E9CA08C}"/>
              </a:ext>
            </a:extLst>
          </p:cNvPr>
          <p:cNvSpPr txBox="1">
            <a:spLocks/>
          </p:cNvSpPr>
          <p:nvPr/>
        </p:nvSpPr>
        <p:spPr>
          <a:xfrm>
            <a:off x="1071161" y="1413241"/>
            <a:ext cx="2596865" cy="584712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pPr lvl="0" defTabSz="1006846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kumimoji="0" lang="ko-KR" altLang="en-US" sz="1400" spc="-100" dirty="0">
                <a:ln>
                  <a:solidFill>
                    <a:srgbClr val="7BCED5">
                      <a:alpha val="0"/>
                    </a:srgbClr>
                  </a:solidFill>
                </a:ln>
                <a:solidFill>
                  <a:srgbClr val="364158"/>
                </a:solidFill>
              </a:rPr>
              <a:t>근거 기반의 </a:t>
            </a:r>
            <a:endParaRPr kumimoji="0" lang="en-US" altLang="ko-KR" sz="1400" spc="-100" dirty="0">
              <a:ln>
                <a:solidFill>
                  <a:srgbClr val="7BCED5">
                    <a:alpha val="0"/>
                  </a:srgbClr>
                </a:solidFill>
              </a:ln>
              <a:solidFill>
                <a:srgbClr val="364158"/>
              </a:solidFill>
            </a:endParaRPr>
          </a:p>
          <a:p>
            <a:pPr defTabSz="1006846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lang="ko-KR" altLang="en-US" sz="2200" spc="-100" dirty="0" err="1">
                <a:ln>
                  <a:solidFill>
                    <a:srgbClr val="7BCED5">
                      <a:alpha val="0"/>
                    </a:srgbClr>
                  </a:solidFill>
                </a:ln>
                <a:solidFill>
                  <a:srgbClr val="233E6F"/>
                </a:solidFill>
                <a:latin typeface="Pretendard"/>
                <a:ea typeface="Pretendard"/>
              </a:rPr>
              <a:t>라벨링</a:t>
            </a:r>
            <a:r>
              <a:rPr lang="ko-KR" altLang="en-US" sz="2200" spc="-100" dirty="0">
                <a:ln>
                  <a:solidFill>
                    <a:srgbClr val="7BCED5">
                      <a:alpha val="0"/>
                    </a:srgbClr>
                  </a:solidFill>
                </a:ln>
                <a:solidFill>
                  <a:srgbClr val="233E6F"/>
                </a:solidFill>
                <a:latin typeface="Pretendard"/>
                <a:ea typeface="Pretendard"/>
              </a:rPr>
              <a:t> 및  학습 구조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18E8782-68C4-8629-085B-D64F6D4DB7D8}"/>
              </a:ext>
            </a:extLst>
          </p:cNvPr>
          <p:cNvSpPr/>
          <p:nvPr/>
        </p:nvSpPr>
        <p:spPr>
          <a:xfrm>
            <a:off x="5183931" y="1421408"/>
            <a:ext cx="2520280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각 장표별 로 메시지 및 제목 기입 부탁 드립니다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A16A87-98BC-8A99-A2C9-6D0B52CB306F}"/>
              </a:ext>
            </a:extLst>
          </p:cNvPr>
          <p:cNvSpPr txBox="1"/>
          <p:nvPr/>
        </p:nvSpPr>
        <p:spPr>
          <a:xfrm>
            <a:off x="251706" y="2829652"/>
            <a:ext cx="40382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굴림" panose="020B0600000101010101" pitchFamily="50" charset="-127"/>
              <a:buChar char="⊙"/>
            </a:pPr>
            <a:r>
              <a:rPr lang="ko-KR" altLang="en-US" sz="1400" b="1" dirty="0"/>
              <a:t>등급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분류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워크플로우 </a:t>
            </a:r>
            <a:r>
              <a:rPr lang="en-US" altLang="ko-KR" sz="1400" b="1" dirty="0"/>
              <a:t>(FUN-005/ FUN-023)</a:t>
            </a:r>
            <a:endParaRPr lang="ko-KR" altLang="en-US" sz="14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0C2116-8E91-6F5E-EC29-0EEDA8D320C7}"/>
              </a:ext>
            </a:extLst>
          </p:cNvPr>
          <p:cNvSpPr/>
          <p:nvPr/>
        </p:nvSpPr>
        <p:spPr>
          <a:xfrm>
            <a:off x="1989481" y="8403993"/>
            <a:ext cx="1009589" cy="118463"/>
          </a:xfrm>
          <a:prstGeom prst="rect">
            <a:avLst/>
          </a:prstGeom>
          <a:solidFill>
            <a:srgbClr val="84AB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FDC0AD4-7A21-9551-CE62-A8A80F3B5224}"/>
              </a:ext>
            </a:extLst>
          </p:cNvPr>
          <p:cNvSpPr/>
          <p:nvPr/>
        </p:nvSpPr>
        <p:spPr>
          <a:xfrm>
            <a:off x="130079" y="4317154"/>
            <a:ext cx="1224501" cy="2091137"/>
          </a:xfrm>
          <a:prstGeom prst="roundRect">
            <a:avLst/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C1EAC10D-8C0C-CBB6-934E-16FBD1D0EE0F}"/>
              </a:ext>
            </a:extLst>
          </p:cNvPr>
          <p:cNvSpPr/>
          <p:nvPr/>
        </p:nvSpPr>
        <p:spPr>
          <a:xfrm>
            <a:off x="130079" y="4317155"/>
            <a:ext cx="1224501" cy="38166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4AB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정보 자산 식별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5F502F-F6E0-2F76-FE47-B9CD5E379C52}"/>
              </a:ext>
            </a:extLst>
          </p:cNvPr>
          <p:cNvSpPr txBox="1"/>
          <p:nvPr/>
        </p:nvSpPr>
        <p:spPr>
          <a:xfrm>
            <a:off x="166434" y="4910075"/>
            <a:ext cx="11881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문서</a:t>
            </a:r>
            <a:r>
              <a:rPr lang="en-US" altLang="ko-KR" sz="11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1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데이터 수집</a:t>
            </a:r>
            <a:endParaRPr lang="en-US" altLang="ko-KR" sz="11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EE4D87-FC35-AB51-45E8-3265ED299C36}"/>
              </a:ext>
            </a:extLst>
          </p:cNvPr>
          <p:cNvSpPr txBox="1"/>
          <p:nvPr/>
        </p:nvSpPr>
        <p:spPr>
          <a:xfrm>
            <a:off x="122608" y="5171685"/>
            <a:ext cx="1239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기술정보</a:t>
            </a:r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경영정보 구분</a:t>
            </a:r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</a:p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영업비밀 후보 식별</a:t>
            </a:r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</a:p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문서 유형 분류</a:t>
            </a:r>
            <a:endParaRPr lang="en-US" altLang="ko-KR" sz="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DF361EB-0730-C110-E0F6-EF3643D0596C}"/>
              </a:ext>
            </a:extLst>
          </p:cNvPr>
          <p:cNvSpPr/>
          <p:nvPr/>
        </p:nvSpPr>
        <p:spPr>
          <a:xfrm>
            <a:off x="186558" y="5678568"/>
            <a:ext cx="1111541" cy="509591"/>
          </a:xfrm>
          <a:prstGeom prst="roundRect">
            <a:avLst/>
          </a:prstGeom>
          <a:noFill/>
          <a:ln>
            <a:solidFill>
              <a:srgbClr val="84ABC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6EDEE5-67FE-1459-8532-3402C5110B7D}"/>
              </a:ext>
            </a:extLst>
          </p:cNvPr>
          <p:cNvSpPr txBox="1"/>
          <p:nvPr/>
        </p:nvSpPr>
        <p:spPr>
          <a:xfrm>
            <a:off x="332600" y="5732310"/>
            <a:ext cx="81945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solidFill>
                  <a:srgbClr val="355A8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식별된 정보 자산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BE55F23-3836-8BC7-57F5-66BEDD561639}"/>
              </a:ext>
            </a:extLst>
          </p:cNvPr>
          <p:cNvSpPr/>
          <p:nvPr/>
        </p:nvSpPr>
        <p:spPr>
          <a:xfrm>
            <a:off x="2534097" y="4828250"/>
            <a:ext cx="1224501" cy="1748433"/>
          </a:xfrm>
          <a:prstGeom prst="roundRect">
            <a:avLst/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7" name="사각형: 둥근 위쪽 모서리 16">
            <a:extLst>
              <a:ext uri="{FF2B5EF4-FFF2-40B4-BE49-F238E27FC236}">
                <a16:creationId xmlns:a16="http://schemas.microsoft.com/office/drawing/2014/main" id="{88C2D156-25CF-8D02-0EC2-DFB6E0A61A0E}"/>
              </a:ext>
            </a:extLst>
          </p:cNvPr>
          <p:cNvSpPr/>
          <p:nvPr/>
        </p:nvSpPr>
        <p:spPr>
          <a:xfrm>
            <a:off x="2534097" y="4828250"/>
            <a:ext cx="1224501" cy="38166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9D6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분류</a:t>
            </a:r>
            <a:r>
              <a:rPr lang="en-US" altLang="ko-KR" sz="11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11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대상</a:t>
            </a:r>
            <a:r>
              <a:rPr lang="en-US" altLang="ko-KR" sz="11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11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F9FBF8-0610-23E1-1669-8A5ECEB34F68}"/>
              </a:ext>
            </a:extLst>
          </p:cNvPr>
          <p:cNvSpPr txBox="1"/>
          <p:nvPr/>
        </p:nvSpPr>
        <p:spPr>
          <a:xfrm>
            <a:off x="2525292" y="5317034"/>
            <a:ext cx="12570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영업비밀 해당 여부 판단</a:t>
            </a:r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endParaRPr lang="ko-KR" altLang="en-US" sz="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중요 자산 여부 평가</a:t>
            </a:r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endParaRPr lang="ko-KR" altLang="en-US" sz="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분류 제외 대상 필터링</a:t>
            </a:r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endParaRPr lang="ko-KR" altLang="en-US" sz="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대상 문서 범위 확정</a:t>
            </a:r>
            <a:endParaRPr lang="en-US" altLang="ko-KR" sz="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6526CD4-3A79-3E59-3C30-BEE861951032}"/>
              </a:ext>
            </a:extLst>
          </p:cNvPr>
          <p:cNvSpPr/>
          <p:nvPr/>
        </p:nvSpPr>
        <p:spPr>
          <a:xfrm>
            <a:off x="2586976" y="5953614"/>
            <a:ext cx="1111541" cy="509591"/>
          </a:xfrm>
          <a:prstGeom prst="roundRect">
            <a:avLst/>
          </a:prstGeom>
          <a:noFill/>
          <a:ln>
            <a:solidFill>
              <a:srgbClr val="84ABC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45A03F-54A9-547B-2B82-C0BB8F9C8D91}"/>
              </a:ext>
            </a:extLst>
          </p:cNvPr>
          <p:cNvSpPr txBox="1"/>
          <p:nvPr/>
        </p:nvSpPr>
        <p:spPr>
          <a:xfrm>
            <a:off x="2780655" y="6008931"/>
            <a:ext cx="7360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dirty="0">
                <a:solidFill>
                  <a:srgbClr val="355A8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분류 대상 확정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599E813-5CC8-6B0F-A4A5-1BB5BBD9E106}"/>
              </a:ext>
            </a:extLst>
          </p:cNvPr>
          <p:cNvSpPr/>
          <p:nvPr/>
        </p:nvSpPr>
        <p:spPr>
          <a:xfrm>
            <a:off x="3898302" y="4828250"/>
            <a:ext cx="1224501" cy="1748433"/>
          </a:xfrm>
          <a:prstGeom prst="roundRect">
            <a:avLst/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3" name="사각형: 둥근 위쪽 모서리 22">
            <a:extLst>
              <a:ext uri="{FF2B5EF4-FFF2-40B4-BE49-F238E27FC236}">
                <a16:creationId xmlns:a16="http://schemas.microsoft.com/office/drawing/2014/main" id="{978DF3AC-2195-37C2-A105-018BFE223863}"/>
              </a:ext>
            </a:extLst>
          </p:cNvPr>
          <p:cNvSpPr/>
          <p:nvPr/>
        </p:nvSpPr>
        <p:spPr>
          <a:xfrm>
            <a:off x="3898302" y="4828250"/>
            <a:ext cx="1224501" cy="38166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9D6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평가 요소 산정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F1A2F5-6A74-1783-C1A6-D21764DBDF6C}"/>
              </a:ext>
            </a:extLst>
          </p:cNvPr>
          <p:cNvSpPr txBox="1"/>
          <p:nvPr/>
        </p:nvSpPr>
        <p:spPr>
          <a:xfrm>
            <a:off x="3839690" y="5234088"/>
            <a:ext cx="1340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가이드 기준 핵심 요소 산정</a:t>
            </a:r>
          </a:p>
          <a:p>
            <a:pPr algn="ctr"/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- </a:t>
            </a:r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경제적 가치</a:t>
            </a:r>
          </a:p>
          <a:p>
            <a:pPr algn="ctr"/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- </a:t>
            </a:r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비공지성</a:t>
            </a:r>
          </a:p>
          <a:p>
            <a:pPr algn="ctr"/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- </a:t>
            </a:r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관리수준</a:t>
            </a:r>
          </a:p>
          <a:p>
            <a:pPr algn="ctr"/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- </a:t>
            </a:r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유출 시 영향도</a:t>
            </a:r>
            <a:endParaRPr lang="en-US" altLang="ko-KR" sz="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49B2235-4CB0-F713-24CD-5519FE3A7CF1}"/>
              </a:ext>
            </a:extLst>
          </p:cNvPr>
          <p:cNvSpPr/>
          <p:nvPr/>
        </p:nvSpPr>
        <p:spPr>
          <a:xfrm>
            <a:off x="3954739" y="5948886"/>
            <a:ext cx="1111541" cy="509591"/>
          </a:xfrm>
          <a:prstGeom prst="roundRect">
            <a:avLst/>
          </a:prstGeom>
          <a:noFill/>
          <a:ln>
            <a:solidFill>
              <a:srgbClr val="84ABC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DE9592-F30B-76EB-AD69-93F50C4EDA7B}"/>
              </a:ext>
            </a:extLst>
          </p:cNvPr>
          <p:cNvSpPr txBox="1"/>
          <p:nvPr/>
        </p:nvSpPr>
        <p:spPr>
          <a:xfrm>
            <a:off x="4155285" y="5996657"/>
            <a:ext cx="71045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err="1">
                <a:solidFill>
                  <a:srgbClr val="355A8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유출시</a:t>
            </a:r>
            <a:r>
              <a:rPr lang="ko-KR" altLang="en-US" sz="700" dirty="0">
                <a:solidFill>
                  <a:srgbClr val="355A8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영향도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70D7C5-0169-13FE-F8CC-9DBCEA372837}"/>
              </a:ext>
            </a:extLst>
          </p:cNvPr>
          <p:cNvSpPr txBox="1"/>
          <p:nvPr/>
        </p:nvSpPr>
        <p:spPr>
          <a:xfrm>
            <a:off x="4005852" y="6179732"/>
            <a:ext cx="101822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dirty="0" err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재무적</a:t>
            </a:r>
            <a:r>
              <a:rPr lang="en-US" altLang="ko-KR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·</a:t>
            </a:r>
            <a:r>
              <a:rPr lang="ko-KR" altLang="en-US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법적</a:t>
            </a:r>
            <a:r>
              <a:rPr lang="en-US" altLang="ko-KR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·</a:t>
            </a:r>
            <a:r>
              <a:rPr lang="ko-KR" altLang="en-US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평판 영향 등</a:t>
            </a:r>
            <a:endParaRPr lang="en-US" altLang="ko-KR" sz="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7B18F41-2273-38F3-6BF1-188060CBDE69}"/>
              </a:ext>
            </a:extLst>
          </p:cNvPr>
          <p:cNvSpPr/>
          <p:nvPr/>
        </p:nvSpPr>
        <p:spPr>
          <a:xfrm>
            <a:off x="1891639" y="6850749"/>
            <a:ext cx="1224501" cy="1748433"/>
          </a:xfrm>
          <a:prstGeom prst="roundRect">
            <a:avLst/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0" name="사각형: 둥근 위쪽 모서리 29">
            <a:extLst>
              <a:ext uri="{FF2B5EF4-FFF2-40B4-BE49-F238E27FC236}">
                <a16:creationId xmlns:a16="http://schemas.microsoft.com/office/drawing/2014/main" id="{D744ACBB-4831-9390-DA71-AF4B8C23E5CA}"/>
              </a:ext>
            </a:extLst>
          </p:cNvPr>
          <p:cNvSpPr/>
          <p:nvPr/>
        </p:nvSpPr>
        <p:spPr>
          <a:xfrm>
            <a:off x="1891639" y="6850749"/>
            <a:ext cx="1224501" cy="38166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9D6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평가 및 점수화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3E3CA9-4566-5AED-4209-F69249BE16C1}"/>
              </a:ext>
            </a:extLst>
          </p:cNvPr>
          <p:cNvSpPr txBox="1"/>
          <p:nvPr/>
        </p:nvSpPr>
        <p:spPr>
          <a:xfrm>
            <a:off x="1915475" y="7283725"/>
            <a:ext cx="1191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각 평가 항목 점수 부여</a:t>
            </a:r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</a:p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가중치 적용 후 </a:t>
            </a:r>
            <a:b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종합 점수 산출</a:t>
            </a:r>
            <a:endParaRPr lang="en-US" altLang="ko-KR" sz="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877AE0F-9D98-FE94-0EEC-D97252C75DD7}"/>
              </a:ext>
            </a:extLst>
          </p:cNvPr>
          <p:cNvCxnSpPr>
            <a:cxnSpLocks/>
          </p:cNvCxnSpPr>
          <p:nvPr/>
        </p:nvCxnSpPr>
        <p:spPr>
          <a:xfrm>
            <a:off x="3116140" y="7722676"/>
            <a:ext cx="1185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그림 32">
            <a:extLst>
              <a:ext uri="{FF2B5EF4-FFF2-40B4-BE49-F238E27FC236}">
                <a16:creationId xmlns:a16="http://schemas.microsoft.com/office/drawing/2014/main" id="{0A60277C-041B-ED68-D4FB-C7CD9AF75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819" y="7705501"/>
            <a:ext cx="862217" cy="64418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3489280-2B29-B893-ADDC-269DC45D3DD0}"/>
              </a:ext>
            </a:extLst>
          </p:cNvPr>
          <p:cNvSpPr txBox="1"/>
          <p:nvPr/>
        </p:nvSpPr>
        <p:spPr>
          <a:xfrm>
            <a:off x="1931329" y="8378431"/>
            <a:ext cx="113247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종합 점수</a:t>
            </a:r>
            <a:r>
              <a:rPr lang="en-US" altLang="ko-KR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</a:t>
            </a:r>
            <a:r>
              <a:rPr lang="ko-KR" altLang="en-US" sz="600" dirty="0" err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가중합</a:t>
            </a:r>
            <a:r>
              <a:rPr lang="en-US" altLang="ko-KR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 </a:t>
            </a:r>
            <a:r>
              <a:rPr lang="ko-KR" altLang="en-US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예</a:t>
            </a:r>
            <a:r>
              <a:rPr lang="en-US" altLang="ko-KR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</a:t>
            </a:r>
            <a:r>
              <a:rPr lang="ko-KR" altLang="en-US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4.2/5.0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5AC04D42-5916-542A-F8E0-85CCD45BE6AB}"/>
              </a:ext>
            </a:extLst>
          </p:cNvPr>
          <p:cNvSpPr/>
          <p:nvPr/>
        </p:nvSpPr>
        <p:spPr>
          <a:xfrm>
            <a:off x="3244833" y="6852937"/>
            <a:ext cx="1224501" cy="1748433"/>
          </a:xfrm>
          <a:prstGeom prst="roundRect">
            <a:avLst/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F69067F7-3D98-4F61-6DB2-56EC9F30D052}"/>
              </a:ext>
            </a:extLst>
          </p:cNvPr>
          <p:cNvSpPr/>
          <p:nvPr/>
        </p:nvSpPr>
        <p:spPr>
          <a:xfrm>
            <a:off x="3244833" y="6852937"/>
            <a:ext cx="1224501" cy="38166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9D6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등급 산정</a:t>
            </a:r>
            <a:br>
              <a:rPr lang="en-US" altLang="ko-KR" sz="11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en-US" altLang="ko-KR" sz="8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기준표 적용</a:t>
            </a:r>
            <a:r>
              <a:rPr lang="en-US" altLang="ko-KR" sz="8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7F41B4-94A0-B997-324A-CC57E141655F}"/>
              </a:ext>
            </a:extLst>
          </p:cNvPr>
          <p:cNvSpPr txBox="1"/>
          <p:nvPr/>
        </p:nvSpPr>
        <p:spPr>
          <a:xfrm>
            <a:off x="3324527" y="7272912"/>
            <a:ext cx="10679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종합 점수 기준 적용</a:t>
            </a:r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</a:p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등급 구간 매핑</a:t>
            </a:r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</a:p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조직 정책 반영</a:t>
            </a:r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</a:p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최종 등급 산정</a:t>
            </a:r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0BC7DFFD-FB42-05FF-06D1-0C829EE48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027" y="7842307"/>
            <a:ext cx="880111" cy="648653"/>
          </a:xfrm>
          <a:prstGeom prst="rect">
            <a:avLst/>
          </a:prstGeom>
        </p:spPr>
      </p:pic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4AA896EC-3FD2-B8C9-E158-A4D7C1BD0166}"/>
              </a:ext>
            </a:extLst>
          </p:cNvPr>
          <p:cNvCxnSpPr>
            <a:cxnSpLocks/>
          </p:cNvCxnSpPr>
          <p:nvPr/>
        </p:nvCxnSpPr>
        <p:spPr>
          <a:xfrm>
            <a:off x="4472141" y="7740912"/>
            <a:ext cx="1185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0AE4F83A-7B3C-F09E-F72A-C1898F5D7465}"/>
              </a:ext>
            </a:extLst>
          </p:cNvPr>
          <p:cNvSpPr/>
          <p:nvPr/>
        </p:nvSpPr>
        <p:spPr>
          <a:xfrm>
            <a:off x="4600834" y="6871173"/>
            <a:ext cx="1224501" cy="1748433"/>
          </a:xfrm>
          <a:prstGeom prst="roundRect">
            <a:avLst/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1" name="사각형: 둥근 위쪽 모서리 40">
            <a:extLst>
              <a:ext uri="{FF2B5EF4-FFF2-40B4-BE49-F238E27FC236}">
                <a16:creationId xmlns:a16="http://schemas.microsoft.com/office/drawing/2014/main" id="{366C0B84-C9E3-9AFE-140A-241598C278D8}"/>
              </a:ext>
            </a:extLst>
          </p:cNvPr>
          <p:cNvSpPr/>
          <p:nvPr/>
        </p:nvSpPr>
        <p:spPr>
          <a:xfrm>
            <a:off x="4600834" y="6871173"/>
            <a:ext cx="1224501" cy="38166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9D6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결과 생성</a:t>
            </a:r>
            <a:br>
              <a:rPr lang="en-US" altLang="ko-KR" sz="11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en-US" altLang="ko-KR" sz="8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근거 및 설명</a:t>
            </a:r>
            <a:r>
              <a:rPr lang="en-US" altLang="ko-KR" sz="8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2DD5BC-843E-0ACF-7C4A-A31D760BCA40}"/>
              </a:ext>
            </a:extLst>
          </p:cNvPr>
          <p:cNvSpPr txBox="1"/>
          <p:nvPr/>
        </p:nvSpPr>
        <p:spPr>
          <a:xfrm>
            <a:off x="4643820" y="7280028"/>
            <a:ext cx="1133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등급 경과 출력</a:t>
            </a:r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</a:p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주요 판단 근거</a:t>
            </a:r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</a:p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핵심 키워드</a:t>
            </a:r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문맥 근거</a:t>
            </a:r>
            <a:endParaRPr lang="en-US" altLang="ko-KR" sz="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관련 규정</a:t>
            </a:r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정책 매핑</a:t>
            </a:r>
            <a:endParaRPr lang="en-US" altLang="ko-KR" sz="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707458E-C491-F22B-522C-A1C4D0065F28}"/>
              </a:ext>
            </a:extLst>
          </p:cNvPr>
          <p:cNvSpPr/>
          <p:nvPr/>
        </p:nvSpPr>
        <p:spPr>
          <a:xfrm>
            <a:off x="4665923" y="7972514"/>
            <a:ext cx="1111541" cy="509591"/>
          </a:xfrm>
          <a:prstGeom prst="roundRect">
            <a:avLst/>
          </a:prstGeom>
          <a:noFill/>
          <a:ln>
            <a:solidFill>
              <a:srgbClr val="84ABC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A70D17-F135-7A65-1615-A57AB2931FF7}"/>
              </a:ext>
            </a:extLst>
          </p:cNvPr>
          <p:cNvSpPr txBox="1"/>
          <p:nvPr/>
        </p:nvSpPr>
        <p:spPr>
          <a:xfrm>
            <a:off x="4704734" y="8032489"/>
            <a:ext cx="101181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355A8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설명 가능한 분류 결과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9F927E28-1193-49D5-9720-2A4F1C490019}"/>
              </a:ext>
            </a:extLst>
          </p:cNvPr>
          <p:cNvSpPr/>
          <p:nvPr/>
        </p:nvSpPr>
        <p:spPr>
          <a:xfrm>
            <a:off x="6432410" y="6827147"/>
            <a:ext cx="1224501" cy="2091137"/>
          </a:xfrm>
          <a:prstGeom prst="roundRect">
            <a:avLst/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6" name="사각형: 둥근 위쪽 모서리 45">
            <a:extLst>
              <a:ext uri="{FF2B5EF4-FFF2-40B4-BE49-F238E27FC236}">
                <a16:creationId xmlns:a16="http://schemas.microsoft.com/office/drawing/2014/main" id="{9FDACEC2-DF25-D5CE-EB33-716F9C6CB68F}"/>
              </a:ext>
            </a:extLst>
          </p:cNvPr>
          <p:cNvSpPr/>
          <p:nvPr/>
        </p:nvSpPr>
        <p:spPr>
          <a:xfrm>
            <a:off x="6432410" y="6827148"/>
            <a:ext cx="1224501" cy="38166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4AB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검증 및 보정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97F10E-89FF-CC97-CE51-8DD19F15BD86}"/>
              </a:ext>
            </a:extLst>
          </p:cNvPr>
          <p:cNvSpPr txBox="1"/>
          <p:nvPr/>
        </p:nvSpPr>
        <p:spPr>
          <a:xfrm>
            <a:off x="6444974" y="7506764"/>
            <a:ext cx="1199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관리자 검토</a:t>
            </a:r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</a:p>
          <a:p>
            <a:pPr algn="ctr"/>
            <a:r>
              <a:rPr lang="ko-KR" altLang="en-US" sz="800" dirty="0" err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오분류</a:t>
            </a:r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수정</a:t>
            </a:r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</a:p>
          <a:p>
            <a:pPr algn="ctr"/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예외 처리</a:t>
            </a:r>
            <a:r>
              <a: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정책 반영</a:t>
            </a:r>
            <a:endParaRPr lang="en-US" altLang="ko-KR" sz="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FAB4B63B-CB61-B1E9-93EF-61C6900FD389}"/>
              </a:ext>
            </a:extLst>
          </p:cNvPr>
          <p:cNvSpPr/>
          <p:nvPr/>
        </p:nvSpPr>
        <p:spPr>
          <a:xfrm>
            <a:off x="6488889" y="8188561"/>
            <a:ext cx="1111541" cy="509591"/>
          </a:xfrm>
          <a:prstGeom prst="roundRect">
            <a:avLst/>
          </a:prstGeom>
          <a:noFill/>
          <a:ln>
            <a:solidFill>
              <a:srgbClr val="84ABC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B9FAB8-A944-D15C-BDDB-A2586795F9FD}"/>
              </a:ext>
            </a:extLst>
          </p:cNvPr>
          <p:cNvSpPr txBox="1"/>
          <p:nvPr/>
        </p:nvSpPr>
        <p:spPr>
          <a:xfrm>
            <a:off x="6641379" y="8193356"/>
            <a:ext cx="8194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solidFill>
                  <a:srgbClr val="355A8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최종 등급 확정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5DACE09D-36DC-9B06-A2F2-B7C2C0B1F429}"/>
              </a:ext>
            </a:extLst>
          </p:cNvPr>
          <p:cNvSpPr/>
          <p:nvPr/>
        </p:nvSpPr>
        <p:spPr>
          <a:xfrm>
            <a:off x="1500622" y="4315575"/>
            <a:ext cx="4645014" cy="4594665"/>
          </a:xfrm>
          <a:prstGeom prst="roundRect">
            <a:avLst>
              <a:gd name="adj" fmla="val 3553"/>
            </a:avLst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52" name="사각형: 둥근 위쪽 모서리 51">
            <a:extLst>
              <a:ext uri="{FF2B5EF4-FFF2-40B4-BE49-F238E27FC236}">
                <a16:creationId xmlns:a16="http://schemas.microsoft.com/office/drawing/2014/main" id="{597D821E-33CA-B230-4233-036E59A98CFF}"/>
              </a:ext>
            </a:extLst>
          </p:cNvPr>
          <p:cNvSpPr/>
          <p:nvPr/>
        </p:nvSpPr>
        <p:spPr>
          <a:xfrm>
            <a:off x="1500623" y="4315576"/>
            <a:ext cx="4645014" cy="37387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4AB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AI </a:t>
            </a:r>
            <a:r>
              <a:rPr lang="ko-KR" altLang="en-US" sz="11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모델 추론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08FA101B-4275-A3F2-0EC8-C91B8A5E1498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378379" y="5702467"/>
            <a:ext cx="11557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09FAF45-0D89-E4C2-275C-34580B22A42C}"/>
              </a:ext>
            </a:extLst>
          </p:cNvPr>
          <p:cNvSpPr txBox="1"/>
          <p:nvPr/>
        </p:nvSpPr>
        <p:spPr>
          <a:xfrm>
            <a:off x="290921" y="588272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등급 분류 대상이 되는</a:t>
            </a:r>
          </a:p>
          <a:p>
            <a:pPr algn="ctr"/>
            <a:r>
              <a:rPr lang="ko-KR" altLang="en-US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핵심 문서 및 정보 자산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929F417-B58D-84F9-01FF-00820EEBFC7B}"/>
              </a:ext>
            </a:extLst>
          </p:cNvPr>
          <p:cNvSpPr txBox="1"/>
          <p:nvPr/>
        </p:nvSpPr>
        <p:spPr>
          <a:xfrm>
            <a:off x="2750235" y="6164301"/>
            <a:ext cx="8114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등급 평가가 필요한</a:t>
            </a:r>
          </a:p>
          <a:p>
            <a:pPr algn="ctr"/>
            <a:r>
              <a:rPr lang="ko-KR" altLang="en-US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최종 대상 문서 확정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E871BF-876C-32EA-3663-5AEF8FE3FA69}"/>
              </a:ext>
            </a:extLst>
          </p:cNvPr>
          <p:cNvSpPr txBox="1"/>
          <p:nvPr/>
        </p:nvSpPr>
        <p:spPr>
          <a:xfrm>
            <a:off x="4857693" y="8163288"/>
            <a:ext cx="737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등급 사유와 핵심 </a:t>
            </a:r>
            <a:endParaRPr lang="en-US" altLang="ko-KR" sz="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ko-KR" altLang="en-US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근거를 함께 제공</a:t>
            </a:r>
            <a:endParaRPr lang="en-US" altLang="ko-KR" sz="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B775F70-D664-5FBB-BB1E-7708F3E2B3B2}"/>
              </a:ext>
            </a:extLst>
          </p:cNvPr>
          <p:cNvSpPr txBox="1"/>
          <p:nvPr/>
        </p:nvSpPr>
        <p:spPr>
          <a:xfrm>
            <a:off x="6655805" y="8336530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최종 등급 확정</a:t>
            </a:r>
            <a:endParaRPr lang="en-US" altLang="ko-KR" sz="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ko-KR" altLang="en-US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검토</a:t>
            </a:r>
            <a:r>
              <a:rPr lang="en-US" altLang="ko-KR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·</a:t>
            </a:r>
            <a:r>
              <a:rPr lang="ko-KR" altLang="en-US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보정 후</a:t>
            </a:r>
            <a:endParaRPr lang="en-US" altLang="ko-KR" sz="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/>
            <a:r>
              <a:rPr lang="ko-KR" altLang="en-US" sz="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운영 등급으로 확정</a:t>
            </a:r>
            <a:endParaRPr lang="en-US" altLang="ko-KR" sz="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2DEA6818-2C9E-6019-7ECF-3A09F9F91A28}"/>
              </a:ext>
            </a:extLst>
          </p:cNvPr>
          <p:cNvCxnSpPr>
            <a:cxnSpLocks/>
          </p:cNvCxnSpPr>
          <p:nvPr/>
        </p:nvCxnSpPr>
        <p:spPr>
          <a:xfrm>
            <a:off x="3758598" y="5688895"/>
            <a:ext cx="19614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44298EC7-5909-9343-9077-EA6D7F5CE0D3}"/>
              </a:ext>
            </a:extLst>
          </p:cNvPr>
          <p:cNvCxnSpPr>
            <a:cxnSpLocks/>
            <a:stCxn id="24" idx="3"/>
            <a:endCxn id="29" idx="1"/>
          </p:cNvCxnSpPr>
          <p:nvPr/>
        </p:nvCxnSpPr>
        <p:spPr>
          <a:xfrm flipH="1">
            <a:off x="1891639" y="5588031"/>
            <a:ext cx="3288483" cy="2136935"/>
          </a:xfrm>
          <a:prstGeom prst="bentConnector5">
            <a:avLst>
              <a:gd name="adj1" fmla="val -6952"/>
              <a:gd name="adj2" fmla="val 52090"/>
              <a:gd name="adj3" fmla="val 10695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E30021F4-B9AA-AC40-44B1-303339784E68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5844829" y="7842307"/>
            <a:ext cx="587581" cy="304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EF6559E1-1BF7-4FC3-59B5-D5574D9C8170}"/>
              </a:ext>
            </a:extLst>
          </p:cNvPr>
          <p:cNvSpPr txBox="1"/>
          <p:nvPr/>
        </p:nvSpPr>
        <p:spPr>
          <a:xfrm>
            <a:off x="346998" y="3332904"/>
            <a:ext cx="6304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영업비밀등급분류가이드에</a:t>
            </a:r>
            <a:r>
              <a:rPr lang="ko-KR" altLang="en-US" dirty="0"/>
              <a:t> 따른 규칙을 기준으로 문서의 보안등급 분류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8548A0-839C-CB7C-C827-04B926D4647B}"/>
              </a:ext>
            </a:extLst>
          </p:cNvPr>
          <p:cNvSpPr txBox="1"/>
          <p:nvPr/>
        </p:nvSpPr>
        <p:spPr>
          <a:xfrm>
            <a:off x="1499132" y="8958011"/>
            <a:ext cx="39998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구축 조건 및 환경에 따라 아키텍처 변경이 필요할 수 있습니다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627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B4922-C115-C9D1-E9C8-BDB0EE872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C83EF7FA-A062-FD0F-EAD4-C9706C1723B0}"/>
              </a:ext>
            </a:extLst>
          </p:cNvPr>
          <p:cNvSpPr/>
          <p:nvPr/>
        </p:nvSpPr>
        <p:spPr>
          <a:xfrm>
            <a:off x="1079787" y="600434"/>
            <a:ext cx="1723870" cy="3881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kumimoji="0" lang="en-US" altLang="ko-KR" sz="1000" spc="-30" dirty="0">
                <a:ln>
                  <a:solidFill>
                    <a:srgbClr val="5BA0AB">
                      <a:alpha val="0"/>
                    </a:srgbClr>
                  </a:solidFill>
                </a:ln>
                <a:solidFill>
                  <a:srgbClr val="36415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1. </a:t>
            </a:r>
            <a:r>
              <a:rPr kumimoji="0" lang="ko-KR" altLang="en-US" sz="1000" spc="-30" dirty="0">
                <a:ln>
                  <a:solidFill>
                    <a:srgbClr val="5BA0AB">
                      <a:alpha val="0"/>
                    </a:srgbClr>
                  </a:solidFill>
                </a:ln>
                <a:solidFill>
                  <a:srgbClr val="36415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기능 요구사항 </a:t>
            </a:r>
            <a:r>
              <a:rPr kumimoji="0" lang="en-US" altLang="ko-KR" sz="1000" spc="-30" dirty="0">
                <a:ln>
                  <a:solidFill>
                    <a:srgbClr val="5BA0AB">
                      <a:alpha val="0"/>
                    </a:srgbClr>
                  </a:solidFill>
                </a:ln>
                <a:solidFill>
                  <a:srgbClr val="36415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&gt; 1.1</a:t>
            </a:r>
            <a:r>
              <a:rPr kumimoji="0" lang="ko-KR" altLang="en-US" sz="1000" spc="-30" dirty="0">
                <a:ln>
                  <a:solidFill>
                    <a:srgbClr val="5BA0AB">
                      <a:alpha val="0"/>
                    </a:srgbClr>
                  </a:solidFill>
                </a:ln>
                <a:solidFill>
                  <a:srgbClr val="364158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공통 요구사항</a:t>
            </a:r>
            <a:endParaRPr kumimoji="0" lang="ko-KR" altLang="en-US" sz="1000" b="0" i="0" u="none" strike="noStrike" kern="1200" cap="none" spc="-30" normalizeH="0" baseline="0" noProof="0" dirty="0">
              <a:ln>
                <a:solidFill>
                  <a:srgbClr val="5BA0AB">
                    <a:alpha val="0"/>
                  </a:srgbClr>
                </a:solidFill>
              </a:ln>
              <a:solidFill>
                <a:srgbClr val="364158"/>
              </a:solidFill>
              <a:effectLst/>
              <a:uLnTx/>
              <a:uFillTx/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0" normalizeH="0" baseline="0" noProof="0" dirty="0">
                <a:ln>
                  <a:noFill/>
                </a:ln>
                <a:solidFill>
                  <a:srgbClr val="364158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1.1.1 </a:t>
            </a:r>
            <a:r>
              <a:rPr lang="ko-KR" altLang="en-US" sz="1200" spc="-30" dirty="0">
                <a:solidFill>
                  <a:srgbClr val="364158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개요</a:t>
            </a:r>
            <a:endParaRPr kumimoji="0" lang="ko-KR" altLang="en-US" sz="1200" b="0" i="0" u="none" strike="noStrike" kern="1200" cap="none" spc="-30" normalizeH="0" baseline="0" noProof="0" dirty="0">
              <a:ln>
                <a:noFill/>
              </a:ln>
              <a:solidFill>
                <a:srgbClr val="364158"/>
              </a:solidFill>
              <a:effectLst/>
              <a:uLnTx/>
              <a:uFillTx/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776007F8-9CCA-11E7-949E-6FB58A13268F}"/>
              </a:ext>
            </a:extLst>
          </p:cNvPr>
          <p:cNvSpPr txBox="1">
            <a:spLocks/>
          </p:cNvSpPr>
          <p:nvPr/>
        </p:nvSpPr>
        <p:spPr>
          <a:xfrm>
            <a:off x="862269" y="2305840"/>
            <a:ext cx="1613262" cy="21544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pPr defTabSz="1006846" fontAlgn="auto">
              <a:lnSpc>
                <a:spcPct val="100000"/>
              </a:lnSpc>
              <a:spcAft>
                <a:spcPts val="0"/>
              </a:spcAft>
              <a:defRPr/>
            </a:pPr>
            <a:r>
              <a:rPr lang="ko-KR" altLang="en-US" sz="1400" spc="-40" dirty="0">
                <a:ln w="6350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홈페이지 구축 공통사항 </a:t>
            </a:r>
          </a:p>
        </p:txBody>
      </p:sp>
      <p:sp>
        <p:nvSpPr>
          <p:cNvPr id="70" name="제목 1">
            <a:extLst>
              <a:ext uri="{FF2B5EF4-FFF2-40B4-BE49-F238E27FC236}">
                <a16:creationId xmlns:a16="http://schemas.microsoft.com/office/drawing/2014/main" id="{62FDA575-AFB1-E092-6655-1231DB3B67E4}"/>
              </a:ext>
            </a:extLst>
          </p:cNvPr>
          <p:cNvSpPr txBox="1">
            <a:spLocks/>
          </p:cNvSpPr>
          <p:nvPr/>
        </p:nvSpPr>
        <p:spPr>
          <a:xfrm>
            <a:off x="1071161" y="1413241"/>
            <a:ext cx="2769989" cy="584712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pPr lvl="0" defTabSz="1006846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kumimoji="0" lang="ko-KR" altLang="en-US" sz="1400" spc="-100" dirty="0" err="1">
                <a:ln>
                  <a:solidFill>
                    <a:srgbClr val="7BCED5">
                      <a:alpha val="0"/>
                    </a:srgbClr>
                  </a:solidFill>
                </a:ln>
                <a:solidFill>
                  <a:srgbClr val="364158"/>
                </a:solidFill>
              </a:rPr>
              <a:t>미탐율</a:t>
            </a:r>
            <a:r>
              <a:rPr kumimoji="0" lang="ko-KR" altLang="en-US" sz="1400" spc="-100" dirty="0">
                <a:ln>
                  <a:solidFill>
                    <a:srgbClr val="7BCED5">
                      <a:alpha val="0"/>
                    </a:srgbClr>
                  </a:solidFill>
                </a:ln>
                <a:solidFill>
                  <a:srgbClr val="364158"/>
                </a:solidFill>
              </a:rPr>
              <a:t> 최소화 및 학습 기반의 </a:t>
            </a:r>
            <a:endParaRPr kumimoji="0" lang="en-US" altLang="ko-KR" sz="1400" spc="-100" dirty="0">
              <a:ln>
                <a:solidFill>
                  <a:srgbClr val="7BCED5">
                    <a:alpha val="0"/>
                  </a:srgbClr>
                </a:solidFill>
              </a:ln>
              <a:solidFill>
                <a:srgbClr val="364158"/>
              </a:solidFill>
            </a:endParaRPr>
          </a:p>
          <a:p>
            <a:pPr lvl="0" defTabSz="1006846" fontAlgn="auto">
              <a:lnSpc>
                <a:spcPct val="110000"/>
              </a:lnSpc>
              <a:spcAft>
                <a:spcPts val="0"/>
              </a:spcAft>
              <a:defRPr/>
            </a:pPr>
            <a:r>
              <a:rPr lang="ko-KR" altLang="en-US" sz="2200" spc="-100" dirty="0">
                <a:ln>
                  <a:solidFill>
                    <a:srgbClr val="7BCED5">
                      <a:alpha val="0"/>
                    </a:srgbClr>
                  </a:solidFill>
                </a:ln>
                <a:solidFill>
                  <a:srgbClr val="233E6F"/>
                </a:solidFill>
                <a:latin typeface="Pretendard"/>
                <a:ea typeface="Pretendard"/>
              </a:rPr>
              <a:t>지속 성장형 성능 관리 체계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6BDABE5-9252-51E9-9E36-D5B307AFEA44}"/>
              </a:ext>
            </a:extLst>
          </p:cNvPr>
          <p:cNvSpPr/>
          <p:nvPr/>
        </p:nvSpPr>
        <p:spPr>
          <a:xfrm>
            <a:off x="5183931" y="1421408"/>
            <a:ext cx="2520280" cy="6120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각 장표별 로 메시지 및 제목 기입 부탁 드립니다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B42B95-1004-7BCC-49B3-5CFF8214797F}"/>
              </a:ext>
            </a:extLst>
          </p:cNvPr>
          <p:cNvSpPr txBox="1"/>
          <p:nvPr/>
        </p:nvSpPr>
        <p:spPr>
          <a:xfrm>
            <a:off x="251706" y="2829652"/>
            <a:ext cx="2137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굴림" panose="020B0600000101010101" pitchFamily="50" charset="-127"/>
              <a:buChar char="⊙"/>
            </a:pPr>
            <a:r>
              <a:rPr lang="ko-KR" altLang="en-US" sz="1400" b="1" dirty="0"/>
              <a:t>심층지표 </a:t>
            </a:r>
            <a:r>
              <a:rPr lang="en-US" altLang="ko-KR" sz="1400" b="1" dirty="0"/>
              <a:t>(FUN-024)</a:t>
            </a:r>
            <a:endParaRPr lang="ko-KR" altLang="en-US" sz="1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3A8B8F-61ED-781E-CBA5-97E1EB410D31}"/>
              </a:ext>
            </a:extLst>
          </p:cNvPr>
          <p:cNvSpPr txBox="1"/>
          <p:nvPr/>
        </p:nvSpPr>
        <p:spPr>
          <a:xfrm>
            <a:off x="346998" y="3332904"/>
            <a:ext cx="63040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분류 성능 평가와 등급별 </a:t>
            </a:r>
            <a:r>
              <a:rPr lang="ko-KR" altLang="en-US" dirty="0" err="1"/>
              <a:t>오분류</a:t>
            </a:r>
            <a:r>
              <a:rPr lang="ko-KR" altLang="en-US" dirty="0"/>
              <a:t> 분석을</a:t>
            </a:r>
            <a:r>
              <a:rPr lang="en-US" altLang="ko-KR" dirty="0"/>
              <a:t> </a:t>
            </a:r>
            <a:r>
              <a:rPr lang="ko-KR" altLang="en-US" dirty="0"/>
              <a:t>통해 등급 분류 성능을 평가할 수 있는 평가 기준 마련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문서 최종 등급의 신뢰성과 책임성을 확보하기 위한 적합성 평가 및 판단 근거 마련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7F0B114-800C-E40C-04A8-2F9A9C2E30C0}"/>
              </a:ext>
            </a:extLst>
          </p:cNvPr>
          <p:cNvGrpSpPr/>
          <p:nvPr/>
        </p:nvGrpSpPr>
        <p:grpSpPr>
          <a:xfrm>
            <a:off x="868885" y="4859718"/>
            <a:ext cx="5782195" cy="2318038"/>
            <a:chOff x="1057130" y="4870840"/>
            <a:chExt cx="4916703" cy="1971069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81FF9F95-7B20-2BCB-D917-8D01A97115B7}"/>
                </a:ext>
              </a:extLst>
            </p:cNvPr>
            <p:cNvSpPr/>
            <p:nvPr/>
          </p:nvSpPr>
          <p:spPr>
            <a:xfrm>
              <a:off x="1057130" y="4870840"/>
              <a:ext cx="2383119" cy="1939585"/>
            </a:xfrm>
            <a:prstGeom prst="roundRect">
              <a:avLst>
                <a:gd name="adj" fmla="val 9072"/>
              </a:avLst>
            </a:prstGeom>
            <a:noFill/>
            <a:ln>
              <a:solidFill>
                <a:srgbClr val="C9D6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noFill/>
              </a:endParaRPr>
            </a:p>
          </p:txBody>
        </p:sp>
        <p:sp>
          <p:nvSpPr>
            <p:cNvPr id="6" name="사각형: 둥근 위쪽 모서리 5">
              <a:extLst>
                <a:ext uri="{FF2B5EF4-FFF2-40B4-BE49-F238E27FC236}">
                  <a16:creationId xmlns:a16="http://schemas.microsoft.com/office/drawing/2014/main" id="{838C0653-CB1D-1E6E-08C3-17426F68ACAA}"/>
                </a:ext>
              </a:extLst>
            </p:cNvPr>
            <p:cNvSpPr/>
            <p:nvPr/>
          </p:nvSpPr>
          <p:spPr>
            <a:xfrm>
              <a:off x="1057130" y="4870841"/>
              <a:ext cx="2383119" cy="381662"/>
            </a:xfrm>
            <a:prstGeom prst="round2SameRect">
              <a:avLst>
                <a:gd name="adj1" fmla="val 38021"/>
                <a:gd name="adj2" fmla="val 0"/>
              </a:avLst>
            </a:prstGeom>
            <a:solidFill>
              <a:srgbClr val="84AB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분류</a:t>
              </a:r>
              <a:r>
                <a:rPr lang="en-US" altLang="ko-KR" sz="1400" dirty="0">
                  <a:solidFill>
                    <a:schemeClr val="bg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ko-KR" altLang="en-US" sz="1400" dirty="0">
                  <a:solidFill>
                    <a:schemeClr val="bg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성능 평가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B265978-148E-B41B-0D0B-710679BA45F6}"/>
                </a:ext>
              </a:extLst>
            </p:cNvPr>
            <p:cNvSpPr txBox="1"/>
            <p:nvPr/>
          </p:nvSpPr>
          <p:spPr>
            <a:xfrm>
              <a:off x="1058096" y="5283987"/>
              <a:ext cx="2381185" cy="7589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5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Accuracy/Precision/ Recall/F1-Score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05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등급별</a:t>
              </a:r>
              <a:r>
                <a:rPr lang="en-US" altLang="ko-KR" sz="105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ko-KR" altLang="en-US" sz="105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성능 측정</a:t>
              </a:r>
              <a:endParaRPr lang="en-US" altLang="ko-KR" sz="105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5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False Negative Rate (</a:t>
              </a:r>
              <a:r>
                <a:rPr lang="ko-KR" altLang="en-US" sz="1050" dirty="0" err="1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미탐율</a:t>
              </a:r>
              <a:r>
                <a:rPr lang="en-US" altLang="ko-KR" sz="105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)</a:t>
              </a:r>
              <a:r>
                <a:rPr lang="ko-KR" altLang="en-US" sz="105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핵심</a:t>
              </a:r>
              <a:r>
                <a:rPr lang="en-US" altLang="ko-KR" sz="105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ko-KR" altLang="en-US" sz="105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관리</a:t>
              </a:r>
              <a:r>
                <a:rPr lang="en-US" altLang="ko-KR" sz="105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5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False Positive Rate (</a:t>
              </a:r>
              <a:r>
                <a:rPr lang="ko-KR" altLang="en-US" sz="1050" dirty="0" err="1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과탐율</a:t>
              </a:r>
              <a:r>
                <a:rPr lang="en-US" altLang="ko-KR" sz="105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) </a:t>
              </a:r>
              <a:r>
                <a:rPr lang="ko-KR" altLang="en-US" sz="105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확인</a:t>
              </a:r>
              <a:r>
                <a:rPr lang="en-US" altLang="ko-KR" sz="105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</a:p>
            <a:p>
              <a:endParaRPr lang="en-US" altLang="ko-KR" sz="10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0BDE4A-7D76-44B3-296D-25D91CC34E67}"/>
                </a:ext>
              </a:extLst>
            </p:cNvPr>
            <p:cNvSpPr txBox="1"/>
            <p:nvPr/>
          </p:nvSpPr>
          <p:spPr>
            <a:xfrm>
              <a:off x="1235145" y="6003437"/>
              <a:ext cx="409324" cy="196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예시</a:t>
              </a:r>
              <a:r>
                <a:rPr lang="en-US" altLang="ko-KR" sz="9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)</a:t>
              </a:r>
              <a:endPara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29D18362-5D73-58B7-A338-5DCAE1807D6D}"/>
                </a:ext>
              </a:extLst>
            </p:cNvPr>
            <p:cNvCxnSpPr>
              <a:cxnSpLocks/>
            </p:cNvCxnSpPr>
            <p:nvPr/>
          </p:nvCxnSpPr>
          <p:spPr>
            <a:xfrm>
              <a:off x="3439281" y="5946413"/>
              <a:ext cx="15143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2047FD22-E3D7-A731-D9F4-813E9B3630E9}"/>
                </a:ext>
              </a:extLst>
            </p:cNvPr>
            <p:cNvSpPr/>
            <p:nvPr/>
          </p:nvSpPr>
          <p:spPr>
            <a:xfrm>
              <a:off x="3590714" y="4902324"/>
              <a:ext cx="2383119" cy="1939585"/>
            </a:xfrm>
            <a:prstGeom prst="roundRect">
              <a:avLst>
                <a:gd name="adj" fmla="val 9072"/>
              </a:avLst>
            </a:prstGeom>
            <a:noFill/>
            <a:ln>
              <a:solidFill>
                <a:srgbClr val="C9D6E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noFill/>
              </a:endParaRPr>
            </a:p>
          </p:txBody>
        </p:sp>
        <p:sp>
          <p:nvSpPr>
            <p:cNvPr id="12" name="사각형: 둥근 위쪽 모서리 11">
              <a:extLst>
                <a:ext uri="{FF2B5EF4-FFF2-40B4-BE49-F238E27FC236}">
                  <a16:creationId xmlns:a16="http://schemas.microsoft.com/office/drawing/2014/main" id="{48A1B77C-40A6-9CA0-8A45-5B2DDDE40BEC}"/>
                </a:ext>
              </a:extLst>
            </p:cNvPr>
            <p:cNvSpPr/>
            <p:nvPr/>
          </p:nvSpPr>
          <p:spPr>
            <a:xfrm>
              <a:off x="3590714" y="4902325"/>
              <a:ext cx="2383119" cy="381662"/>
            </a:xfrm>
            <a:prstGeom prst="round2SameRect">
              <a:avLst>
                <a:gd name="adj1" fmla="val 38021"/>
                <a:gd name="adj2" fmla="val 0"/>
              </a:avLst>
            </a:prstGeom>
            <a:solidFill>
              <a:srgbClr val="84ABC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등급별 </a:t>
              </a:r>
              <a:r>
                <a:rPr lang="ko-KR" altLang="en-US" sz="1400" dirty="0" err="1">
                  <a:solidFill>
                    <a:schemeClr val="bg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오분류</a:t>
              </a:r>
              <a:r>
                <a:rPr lang="ko-KR" altLang="en-US" sz="1400" dirty="0">
                  <a:solidFill>
                    <a:schemeClr val="bg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분석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270D3AE-9B9E-2142-187E-187A40B40754}"/>
                </a:ext>
              </a:extLst>
            </p:cNvPr>
            <p:cNvSpPr txBox="1"/>
            <p:nvPr/>
          </p:nvSpPr>
          <p:spPr>
            <a:xfrm>
              <a:off x="3591680" y="5315471"/>
              <a:ext cx="2302209" cy="621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5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Confusion Matrix </a:t>
              </a:r>
              <a:r>
                <a:rPr lang="ko-KR" altLang="en-US" sz="105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분석</a:t>
              </a:r>
              <a:endParaRPr lang="en-US" altLang="ko-KR" sz="105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05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오류 패턴 취약 구간 식별</a:t>
              </a:r>
              <a:endParaRPr lang="en-US" altLang="ko-KR" sz="105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ko-KR" sz="105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  <a:p>
              <a:endParaRPr lang="en-US" altLang="ko-KR" sz="10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29D2FC5-32B8-7A64-F100-BBC5D945A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3427" y="6168844"/>
              <a:ext cx="1870521" cy="452275"/>
            </a:xfrm>
            <a:prstGeom prst="rect">
              <a:avLst/>
            </a:prstGeom>
          </p:spPr>
        </p:pic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2BEBCA88-9CFF-F2C2-7502-0F6904BA28ED}"/>
                </a:ext>
              </a:extLst>
            </p:cNvPr>
            <p:cNvGrpSpPr/>
            <p:nvPr/>
          </p:nvGrpSpPr>
          <p:grpSpPr>
            <a:xfrm>
              <a:off x="4033545" y="5833267"/>
              <a:ext cx="1501357" cy="984133"/>
              <a:chOff x="3951176" y="2202922"/>
              <a:chExt cx="1501357" cy="984133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32BE1B7F-CBED-5DA8-130B-22669925D9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51176" y="2202922"/>
                <a:ext cx="1501357" cy="797241"/>
              </a:xfrm>
              <a:prstGeom prst="rect">
                <a:avLst/>
              </a:prstGeom>
            </p:spPr>
          </p:pic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93D2FBAF-6D50-C99E-E63A-73B8B8FE4EE1}"/>
                  </a:ext>
                </a:extLst>
              </p:cNvPr>
              <p:cNvGrpSpPr/>
              <p:nvPr/>
            </p:nvGrpSpPr>
            <p:grpSpPr>
              <a:xfrm>
                <a:off x="4233698" y="2990774"/>
                <a:ext cx="518923" cy="196281"/>
                <a:chOff x="4065928" y="3006808"/>
                <a:chExt cx="518923" cy="196281"/>
              </a:xfrm>
            </p:grpSpPr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A3A7AC94-E05E-0D16-7837-D5BA2CDA9BFA}"/>
                    </a:ext>
                  </a:extLst>
                </p:cNvPr>
                <p:cNvSpPr/>
                <p:nvPr/>
              </p:nvSpPr>
              <p:spPr>
                <a:xfrm>
                  <a:off x="4065928" y="3052815"/>
                  <a:ext cx="110066" cy="105833"/>
                </a:xfrm>
                <a:prstGeom prst="rect">
                  <a:avLst/>
                </a:prstGeom>
                <a:solidFill>
                  <a:srgbClr val="B4E5A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6711BD8-6223-BA4B-B420-3D0A5ECA947F}"/>
                    </a:ext>
                  </a:extLst>
                </p:cNvPr>
                <p:cNvSpPr txBox="1"/>
                <p:nvPr/>
              </p:nvSpPr>
              <p:spPr>
                <a:xfrm>
                  <a:off x="4146969" y="3006808"/>
                  <a:ext cx="437882" cy="1962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900" dirty="0" err="1">
                      <a:latin typeface="Noto Sans KR Medium" panose="020B0200000000000000" pitchFamily="50" charset="-127"/>
                      <a:ea typeface="Noto Sans KR Medium" panose="020B0200000000000000" pitchFamily="50" charset="-127"/>
                    </a:rPr>
                    <a:t>정분류</a:t>
                  </a:r>
                  <a:endParaRPr lang="ko-KR" altLang="en-US" sz="900" dirty="0"/>
                </a:p>
              </p:txBody>
            </p:sp>
          </p:grp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2041F6C6-C3A8-18F0-3434-F8B0F7F843EE}"/>
                  </a:ext>
                </a:extLst>
              </p:cNvPr>
              <p:cNvGrpSpPr/>
              <p:nvPr/>
            </p:nvGrpSpPr>
            <p:grpSpPr>
              <a:xfrm>
                <a:off x="4775668" y="2983848"/>
                <a:ext cx="492915" cy="196281"/>
                <a:chOff x="4879024" y="3000162"/>
                <a:chExt cx="492915" cy="196281"/>
              </a:xfrm>
            </p:grpSpPr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73FA9C43-8B09-6754-155A-D1701D1FB91A}"/>
                    </a:ext>
                  </a:extLst>
                </p:cNvPr>
                <p:cNvSpPr/>
                <p:nvPr/>
              </p:nvSpPr>
              <p:spPr>
                <a:xfrm>
                  <a:off x="4879024" y="3052815"/>
                  <a:ext cx="110066" cy="105833"/>
                </a:xfrm>
                <a:prstGeom prst="re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8293441-4B61-0B9E-0040-EC5CB87D6D93}"/>
                    </a:ext>
                  </a:extLst>
                </p:cNvPr>
                <p:cNvSpPr txBox="1"/>
                <p:nvPr/>
              </p:nvSpPr>
              <p:spPr>
                <a:xfrm>
                  <a:off x="4934057" y="3000162"/>
                  <a:ext cx="437882" cy="19628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ko-KR" altLang="en-US" sz="900" dirty="0" err="1">
                      <a:latin typeface="Noto Sans KR Medium" panose="020B0200000000000000" pitchFamily="50" charset="-127"/>
                      <a:ea typeface="Noto Sans KR Medium" panose="020B0200000000000000" pitchFamily="50" charset="-127"/>
                    </a:rPr>
                    <a:t>오분류</a:t>
                  </a:r>
                  <a:endParaRPr lang="ko-KR" altLang="en-US" sz="900" dirty="0"/>
                </a:p>
              </p:txBody>
            </p:sp>
          </p:grp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FAB4202-182A-4E0C-EF53-7F71D99C3628}"/>
                </a:ext>
              </a:extLst>
            </p:cNvPr>
            <p:cNvSpPr txBox="1"/>
            <p:nvPr/>
          </p:nvSpPr>
          <p:spPr>
            <a:xfrm>
              <a:off x="3954770" y="5668707"/>
              <a:ext cx="958299" cy="196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예시</a:t>
              </a:r>
              <a:r>
                <a:rPr lang="en-US" altLang="ko-KR" sz="9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) </a:t>
              </a:r>
              <a:r>
                <a:rPr lang="ko-KR" altLang="en-US" sz="9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등급 기준표 </a:t>
              </a:r>
              <a:endParaRPr lang="en-US" altLang="ko-KR" sz="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8DED849-8876-BED8-D149-42DDF521BA56}"/>
              </a:ext>
            </a:extLst>
          </p:cNvPr>
          <p:cNvSpPr/>
          <p:nvPr/>
        </p:nvSpPr>
        <p:spPr>
          <a:xfrm>
            <a:off x="1912951" y="8207090"/>
            <a:ext cx="1698573" cy="2021627"/>
          </a:xfrm>
          <a:prstGeom prst="roundRect">
            <a:avLst>
              <a:gd name="adj" fmla="val 9072"/>
            </a:avLst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noFill/>
            </a:endParaRPr>
          </a:p>
        </p:txBody>
      </p:sp>
      <p:sp>
        <p:nvSpPr>
          <p:cNvPr id="26" name="사각형: 둥근 위쪽 모서리 25">
            <a:extLst>
              <a:ext uri="{FF2B5EF4-FFF2-40B4-BE49-F238E27FC236}">
                <a16:creationId xmlns:a16="http://schemas.microsoft.com/office/drawing/2014/main" id="{8B37A479-0CFD-A543-9EE2-B8E2415C545C}"/>
              </a:ext>
            </a:extLst>
          </p:cNvPr>
          <p:cNvSpPr/>
          <p:nvPr/>
        </p:nvSpPr>
        <p:spPr>
          <a:xfrm>
            <a:off x="1912951" y="8207091"/>
            <a:ext cx="1698573" cy="381662"/>
          </a:xfrm>
          <a:prstGeom prst="round2SameRect">
            <a:avLst>
              <a:gd name="adj1" fmla="val 38021"/>
              <a:gd name="adj2" fmla="val 0"/>
            </a:avLst>
          </a:prstGeom>
          <a:solidFill>
            <a:srgbClr val="C9D6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가이드 기준 적합성 평가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BA4F3A2-4E2E-4E0B-3356-BF07E5676EDF}"/>
              </a:ext>
            </a:extLst>
          </p:cNvPr>
          <p:cNvCxnSpPr>
            <a:cxnSpLocks/>
          </p:cNvCxnSpPr>
          <p:nvPr/>
        </p:nvCxnSpPr>
        <p:spPr>
          <a:xfrm>
            <a:off x="3611524" y="8977444"/>
            <a:ext cx="1514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F1C2A54-E813-6F59-55C1-4C1D6EF5F2DB}"/>
              </a:ext>
            </a:extLst>
          </p:cNvPr>
          <p:cNvSpPr txBox="1"/>
          <p:nvPr/>
        </p:nvSpPr>
        <p:spPr>
          <a:xfrm>
            <a:off x="2007132" y="8674476"/>
            <a:ext cx="1586002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경제적 가치반영 여부</a:t>
            </a:r>
            <a:endParaRPr lang="en-US" altLang="ko-KR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비공지성 반영 여부</a:t>
            </a:r>
            <a:endParaRPr lang="en-US" altLang="ko-KR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관리수준 반영 여부</a:t>
            </a:r>
            <a:endParaRPr lang="en-US" altLang="ko-KR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유출 영향도 반영 여부</a:t>
            </a:r>
            <a:endParaRPr lang="en-US" altLang="ko-KR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등급 기준표 적용 검증</a:t>
            </a:r>
            <a:endParaRPr lang="en-US" altLang="ko-KR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02FE9E4-313B-8184-0B60-A1A222000F8E}"/>
              </a:ext>
            </a:extLst>
          </p:cNvPr>
          <p:cNvSpPr/>
          <p:nvPr/>
        </p:nvSpPr>
        <p:spPr>
          <a:xfrm>
            <a:off x="3789056" y="8214756"/>
            <a:ext cx="1849038" cy="2010544"/>
          </a:xfrm>
          <a:prstGeom prst="roundRect">
            <a:avLst>
              <a:gd name="adj" fmla="val 9072"/>
            </a:avLst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noFill/>
            </a:endParaRPr>
          </a:p>
        </p:txBody>
      </p:sp>
      <p:sp>
        <p:nvSpPr>
          <p:cNvPr id="30" name="사각형: 둥근 위쪽 모서리 29">
            <a:extLst>
              <a:ext uri="{FF2B5EF4-FFF2-40B4-BE49-F238E27FC236}">
                <a16:creationId xmlns:a16="http://schemas.microsoft.com/office/drawing/2014/main" id="{3EBF7DEB-903B-3DA1-C3C0-30C4F3874DA3}"/>
              </a:ext>
            </a:extLst>
          </p:cNvPr>
          <p:cNvSpPr/>
          <p:nvPr/>
        </p:nvSpPr>
        <p:spPr>
          <a:xfrm>
            <a:off x="3789056" y="8214756"/>
            <a:ext cx="1849038" cy="381662"/>
          </a:xfrm>
          <a:prstGeom prst="round2SameRect">
            <a:avLst>
              <a:gd name="adj1" fmla="val 38021"/>
              <a:gd name="adj2" fmla="val 0"/>
            </a:avLst>
          </a:prstGeom>
          <a:solidFill>
            <a:srgbClr val="C9D6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설명 가능성 평가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E885FC-E8D6-342D-15C8-91B765E3E39F}"/>
              </a:ext>
            </a:extLst>
          </p:cNvPr>
          <p:cNvSpPr txBox="1"/>
          <p:nvPr/>
        </p:nvSpPr>
        <p:spPr>
          <a:xfrm>
            <a:off x="3939518" y="8682141"/>
            <a:ext cx="1522026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판단 근거 제시 여부</a:t>
            </a:r>
            <a:endParaRPr lang="en-US" altLang="ko-KR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핵심 키워드</a:t>
            </a:r>
            <a:r>
              <a:rPr lang="en-US" altLang="ko-KR" sz="105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05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문맥 근거</a:t>
            </a:r>
            <a:endParaRPr lang="en-US" altLang="ko-KR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유사문서 및 기준 매핑</a:t>
            </a:r>
            <a:endParaRPr lang="en-US" altLang="ko-KR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업무 담당자 이해 가능성</a:t>
            </a:r>
            <a:endParaRPr lang="en-US" altLang="ko-KR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검사 대응 활용성</a:t>
            </a:r>
            <a:endParaRPr lang="en-US" altLang="ko-KR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B7DA1E9-4F56-4ED0-FE58-ABA35D508717}"/>
              </a:ext>
            </a:extLst>
          </p:cNvPr>
          <p:cNvSpPr/>
          <p:nvPr/>
        </p:nvSpPr>
        <p:spPr>
          <a:xfrm>
            <a:off x="1662571" y="7627872"/>
            <a:ext cx="4193680" cy="2751665"/>
          </a:xfrm>
          <a:prstGeom prst="roundRect">
            <a:avLst>
              <a:gd name="adj" fmla="val 9072"/>
            </a:avLst>
          </a:prstGeom>
          <a:noFill/>
          <a:ln>
            <a:solidFill>
              <a:srgbClr val="C9D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noFill/>
            </a:endParaRPr>
          </a:p>
        </p:txBody>
      </p:sp>
      <p:sp>
        <p:nvSpPr>
          <p:cNvPr id="33" name="사각형: 둥근 위쪽 모서리 32">
            <a:extLst>
              <a:ext uri="{FF2B5EF4-FFF2-40B4-BE49-F238E27FC236}">
                <a16:creationId xmlns:a16="http://schemas.microsoft.com/office/drawing/2014/main" id="{D59BA4A5-995A-F585-EA1E-316D160C15C6}"/>
              </a:ext>
            </a:extLst>
          </p:cNvPr>
          <p:cNvSpPr/>
          <p:nvPr/>
        </p:nvSpPr>
        <p:spPr>
          <a:xfrm>
            <a:off x="1662571" y="7627874"/>
            <a:ext cx="4193680" cy="432638"/>
          </a:xfrm>
          <a:prstGeom prst="round2SameRect">
            <a:avLst>
              <a:gd name="adj1" fmla="val 38021"/>
              <a:gd name="adj2" fmla="val 0"/>
            </a:avLst>
          </a:prstGeom>
          <a:solidFill>
            <a:srgbClr val="84AB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인간 기반 평가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0639B296-B942-8AED-3895-E1D4DE2213D2}"/>
              </a:ext>
            </a:extLst>
          </p:cNvPr>
          <p:cNvGrpSpPr/>
          <p:nvPr/>
        </p:nvGrpSpPr>
        <p:grpSpPr>
          <a:xfrm>
            <a:off x="1885349" y="7320107"/>
            <a:ext cx="3807414" cy="344176"/>
            <a:chOff x="1844569" y="4818666"/>
            <a:chExt cx="2718283" cy="344176"/>
          </a:xfrm>
        </p:grpSpPr>
        <p:pic>
          <p:nvPicPr>
            <p:cNvPr id="37" name="Picture 503" descr="화살표">
              <a:extLst>
                <a:ext uri="{FF2B5EF4-FFF2-40B4-BE49-F238E27FC236}">
                  <a16:creationId xmlns:a16="http://schemas.microsoft.com/office/drawing/2014/main" id="{A892303E-012F-FA4F-D048-50661E3819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0800000" flipH="1">
              <a:off x="1844569" y="4925005"/>
              <a:ext cx="2718283" cy="237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Picture 503" descr="화살표">
              <a:extLst>
                <a:ext uri="{FF2B5EF4-FFF2-40B4-BE49-F238E27FC236}">
                  <a16:creationId xmlns:a16="http://schemas.microsoft.com/office/drawing/2014/main" id="{AE768360-9465-F637-42F4-541312CAA7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0800000" flipH="1">
              <a:off x="1844569" y="4818666"/>
              <a:ext cx="2718283" cy="237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C9E2E6C-736A-492F-3A89-A599AED7637E}"/>
              </a:ext>
            </a:extLst>
          </p:cNvPr>
          <p:cNvSpPr txBox="1"/>
          <p:nvPr/>
        </p:nvSpPr>
        <p:spPr>
          <a:xfrm>
            <a:off x="1611617" y="10364696"/>
            <a:ext cx="39998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구축 조건 및 환경에 따라 아키텍처 변경이 필요할 수 있습니다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934832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케이엘 제안">
      <a:majorFont>
        <a:latin typeface="Pretendard"/>
        <a:ea typeface="Pretendard"/>
        <a:cs typeface=""/>
      </a:majorFont>
      <a:minorFont>
        <a:latin typeface="Pretendard Medium"/>
        <a:ea typeface="Pretendard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43188</TotalTime>
  <Words>1101</Words>
  <Application>Microsoft Office PowerPoint</Application>
  <PresentationFormat>사용자 지정</PresentationFormat>
  <Paragraphs>237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8" baseType="lpstr">
      <vt:lpstr>Futura Md BT</vt:lpstr>
      <vt:lpstr>G마켓 산스 TTF Medium</vt:lpstr>
      <vt:lpstr>KoPub바탕체 Bold</vt:lpstr>
      <vt:lpstr>Noto Sans KR Medium</vt:lpstr>
      <vt:lpstr>Pretendard</vt:lpstr>
      <vt:lpstr>Pretendard Light</vt:lpstr>
      <vt:lpstr>Pretendard Medium</vt:lpstr>
      <vt:lpstr>Rix고딕 M</vt:lpstr>
      <vt:lpstr>Rix모던고딕 B</vt:lpstr>
      <vt:lpstr>Rix모던고딕 M</vt:lpstr>
      <vt:lpstr>굴림</vt:lpstr>
      <vt:lpstr>Arial</vt:lpstr>
      <vt:lpstr>Calibri</vt:lpstr>
      <vt:lpstr>6_Office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제목을 입력하세요 (Rix정고딕B,14pt) 1.1 제목을 입력하세요 (Rix정고딕B,14pt)</dc:title>
  <dc:creator>Jeon Na Hyun</dc:creator>
  <cp:lastModifiedBy>김원성</cp:lastModifiedBy>
  <cp:revision>3159</cp:revision>
  <cp:lastPrinted>2022-02-23T23:29:56Z</cp:lastPrinted>
  <dcterms:created xsi:type="dcterms:W3CDTF">2012-11-24T16:37:37Z</dcterms:created>
  <dcterms:modified xsi:type="dcterms:W3CDTF">2026-05-01T00:08:37Z</dcterms:modified>
</cp:coreProperties>
</file>